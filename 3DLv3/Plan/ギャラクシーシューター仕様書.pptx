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3" r:id="rId5"/>
    <p:sldId id="265" r:id="rId6"/>
    <p:sldId id="267" r:id="rId7"/>
    <p:sldId id="283" r:id="rId8"/>
    <p:sldId id="269" r:id="rId9"/>
    <p:sldId id="271" r:id="rId10"/>
    <p:sldId id="273" r:id="rId11"/>
    <p:sldId id="275" r:id="rId12"/>
    <p:sldId id="277" r:id="rId13"/>
    <p:sldId id="279" r:id="rId14"/>
    <p:sldId id="281" r:id="rId15"/>
    <p:sldId id="285" r:id="rId16"/>
    <p:sldId id="287" r:id="rId17"/>
    <p:sldId id="289" r:id="rId18"/>
    <p:sldId id="291" r:id="rId19"/>
    <p:sldId id="293" r:id="rId20"/>
    <p:sldId id="260" r:id="rId21"/>
    <p:sldId id="261" r:id="rId22"/>
    <p:sldId id="264" r:id="rId23"/>
    <p:sldId id="266" r:id="rId24"/>
    <p:sldId id="268" r:id="rId25"/>
    <p:sldId id="284" r:id="rId26"/>
    <p:sldId id="270" r:id="rId27"/>
    <p:sldId id="272" r:id="rId28"/>
    <p:sldId id="274" r:id="rId29"/>
    <p:sldId id="276" r:id="rId30"/>
    <p:sldId id="278" r:id="rId31"/>
    <p:sldId id="280" r:id="rId32"/>
    <p:sldId id="282" r:id="rId33"/>
    <p:sldId id="286" r:id="rId34"/>
    <p:sldId id="288" r:id="rId35"/>
    <p:sldId id="290" r:id="rId36"/>
    <p:sldId id="292" r:id="rId37"/>
    <p:sldId id="294" r:id="rId38"/>
    <p:sldId id="262" r:id="rId39"/>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75" d="100"/>
          <a:sy n="75" d="100"/>
        </p:scale>
        <p:origin x="946" y="29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65F89D4-1417-4286-A81C-6CC5E0946C33}"/>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01D88692-3677-4E80-8D90-44F3AE396C2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902FA1BB-BC86-41C4-9728-DB0A4C1EB9E7}"/>
              </a:ext>
            </a:extLst>
          </p:cNvPr>
          <p:cNvSpPr>
            <a:spLocks noGrp="1"/>
          </p:cNvSpPr>
          <p:nvPr>
            <p:ph type="dt" sz="half" idx="10"/>
          </p:nvPr>
        </p:nvSpPr>
        <p:spPr/>
        <p:txBody>
          <a:bodyPr/>
          <a:lstStyle/>
          <a:p>
            <a:fld id="{F3577884-B18C-4066-9967-C5D07EE8DF90}" type="datetimeFigureOut">
              <a:rPr kumimoji="1" lang="ja-JP" altLang="en-US" smtClean="0"/>
              <a:t>2026/10/8</a:t>
            </a:fld>
            <a:endParaRPr kumimoji="1" lang="ja-JP" altLang="en-US"/>
          </a:p>
        </p:txBody>
      </p:sp>
      <p:sp>
        <p:nvSpPr>
          <p:cNvPr id="5" name="フッター プレースホルダー 4">
            <a:extLst>
              <a:ext uri="{FF2B5EF4-FFF2-40B4-BE49-F238E27FC236}">
                <a16:creationId xmlns:a16="http://schemas.microsoft.com/office/drawing/2014/main" id="{F914C3CA-A0FC-4033-BA39-C2124B20273F}"/>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67A01FD-77DB-4793-94D4-DD59031429E4}"/>
              </a:ext>
            </a:extLst>
          </p:cNvPr>
          <p:cNvSpPr>
            <a:spLocks noGrp="1"/>
          </p:cNvSpPr>
          <p:nvPr>
            <p:ph type="sldNum" sz="quarter" idx="12"/>
          </p:nvPr>
        </p:nvSpPr>
        <p:spPr/>
        <p:txBody>
          <a:bodyPr/>
          <a:lstStyle/>
          <a:p>
            <a:fld id="{3DE2B50D-6571-4202-860C-D8DCFE501969}" type="slidenum">
              <a:rPr kumimoji="1" lang="ja-JP" altLang="en-US" smtClean="0"/>
              <a:t>‹#›</a:t>
            </a:fld>
            <a:endParaRPr kumimoji="1" lang="ja-JP" altLang="en-US"/>
          </a:p>
        </p:txBody>
      </p:sp>
    </p:spTree>
    <p:extLst>
      <p:ext uri="{BB962C8B-B14F-4D97-AF65-F5344CB8AC3E}">
        <p14:creationId xmlns:p14="http://schemas.microsoft.com/office/powerpoint/2010/main" val="16322869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D07CB7E-C901-49D3-B936-BF518238031A}"/>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3D38EAD7-572E-4388-8FDC-A53050F3809E}"/>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AF974F4-9707-4DD5-B23A-23E5EC26858F}"/>
              </a:ext>
            </a:extLst>
          </p:cNvPr>
          <p:cNvSpPr>
            <a:spLocks noGrp="1"/>
          </p:cNvSpPr>
          <p:nvPr>
            <p:ph type="dt" sz="half" idx="10"/>
          </p:nvPr>
        </p:nvSpPr>
        <p:spPr/>
        <p:txBody>
          <a:bodyPr/>
          <a:lstStyle/>
          <a:p>
            <a:fld id="{F3577884-B18C-4066-9967-C5D07EE8DF90}" type="datetimeFigureOut">
              <a:rPr kumimoji="1" lang="ja-JP" altLang="en-US" smtClean="0"/>
              <a:t>2026/10/8</a:t>
            </a:fld>
            <a:endParaRPr kumimoji="1" lang="ja-JP" altLang="en-US"/>
          </a:p>
        </p:txBody>
      </p:sp>
      <p:sp>
        <p:nvSpPr>
          <p:cNvPr id="5" name="フッター プレースホルダー 4">
            <a:extLst>
              <a:ext uri="{FF2B5EF4-FFF2-40B4-BE49-F238E27FC236}">
                <a16:creationId xmlns:a16="http://schemas.microsoft.com/office/drawing/2014/main" id="{26E40AB9-E7C3-4DD2-A90A-FCA7DEEBB6A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1C91E1C-6EAB-4838-8591-D6736C0A1971}"/>
              </a:ext>
            </a:extLst>
          </p:cNvPr>
          <p:cNvSpPr>
            <a:spLocks noGrp="1"/>
          </p:cNvSpPr>
          <p:nvPr>
            <p:ph type="sldNum" sz="quarter" idx="12"/>
          </p:nvPr>
        </p:nvSpPr>
        <p:spPr/>
        <p:txBody>
          <a:bodyPr/>
          <a:lstStyle/>
          <a:p>
            <a:fld id="{3DE2B50D-6571-4202-860C-D8DCFE501969}" type="slidenum">
              <a:rPr kumimoji="1" lang="ja-JP" altLang="en-US" smtClean="0"/>
              <a:t>‹#›</a:t>
            </a:fld>
            <a:endParaRPr kumimoji="1" lang="ja-JP" altLang="en-US"/>
          </a:p>
        </p:txBody>
      </p:sp>
    </p:spTree>
    <p:extLst>
      <p:ext uri="{BB962C8B-B14F-4D97-AF65-F5344CB8AC3E}">
        <p14:creationId xmlns:p14="http://schemas.microsoft.com/office/powerpoint/2010/main" val="24599414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018FB49-C1C4-472D-9E1A-7E6DDB8BA296}"/>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5BE7867-066D-4170-A0E3-233B3806BBE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9F9B008A-CB3D-4661-BB96-5F66BDA6FDC6}"/>
              </a:ext>
            </a:extLst>
          </p:cNvPr>
          <p:cNvSpPr>
            <a:spLocks noGrp="1"/>
          </p:cNvSpPr>
          <p:nvPr>
            <p:ph type="dt" sz="half" idx="10"/>
          </p:nvPr>
        </p:nvSpPr>
        <p:spPr/>
        <p:txBody>
          <a:bodyPr/>
          <a:lstStyle/>
          <a:p>
            <a:fld id="{F3577884-B18C-4066-9967-C5D07EE8DF90}" type="datetimeFigureOut">
              <a:rPr kumimoji="1" lang="ja-JP" altLang="en-US" smtClean="0"/>
              <a:t>2026/10/8</a:t>
            </a:fld>
            <a:endParaRPr kumimoji="1" lang="ja-JP" altLang="en-US"/>
          </a:p>
        </p:txBody>
      </p:sp>
      <p:sp>
        <p:nvSpPr>
          <p:cNvPr id="5" name="フッター プレースホルダー 4">
            <a:extLst>
              <a:ext uri="{FF2B5EF4-FFF2-40B4-BE49-F238E27FC236}">
                <a16:creationId xmlns:a16="http://schemas.microsoft.com/office/drawing/2014/main" id="{1A8C8D89-EB9C-44CD-8303-7CD65089D6C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8AC2CB1-7FA7-420D-8A32-336BD8E1D548}"/>
              </a:ext>
            </a:extLst>
          </p:cNvPr>
          <p:cNvSpPr>
            <a:spLocks noGrp="1"/>
          </p:cNvSpPr>
          <p:nvPr>
            <p:ph type="sldNum" sz="quarter" idx="12"/>
          </p:nvPr>
        </p:nvSpPr>
        <p:spPr/>
        <p:txBody>
          <a:bodyPr/>
          <a:lstStyle/>
          <a:p>
            <a:fld id="{3DE2B50D-6571-4202-860C-D8DCFE501969}" type="slidenum">
              <a:rPr kumimoji="1" lang="ja-JP" altLang="en-US" smtClean="0"/>
              <a:t>‹#›</a:t>
            </a:fld>
            <a:endParaRPr kumimoji="1" lang="ja-JP" altLang="en-US"/>
          </a:p>
        </p:txBody>
      </p:sp>
    </p:spTree>
    <p:extLst>
      <p:ext uri="{BB962C8B-B14F-4D97-AF65-F5344CB8AC3E}">
        <p14:creationId xmlns:p14="http://schemas.microsoft.com/office/powerpoint/2010/main" val="8063058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4453ABC-D11C-42A3-A361-B383B46CFA0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18485D29-5772-47DA-A23E-8044415005F2}"/>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D7C655BF-934C-49D8-AFD0-F25E4FB9DA45}"/>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5EB5F9AC-B1E4-464B-B3FA-5C20DC9D87A0}"/>
              </a:ext>
            </a:extLst>
          </p:cNvPr>
          <p:cNvSpPr>
            <a:spLocks noGrp="1"/>
          </p:cNvSpPr>
          <p:nvPr>
            <p:ph type="dt" sz="half" idx="10"/>
          </p:nvPr>
        </p:nvSpPr>
        <p:spPr/>
        <p:txBody>
          <a:bodyPr/>
          <a:lstStyle/>
          <a:p>
            <a:fld id="{F3577884-B18C-4066-9967-C5D07EE8DF90}" type="datetimeFigureOut">
              <a:rPr kumimoji="1" lang="ja-JP" altLang="en-US" smtClean="0"/>
              <a:t>2026/10/8</a:t>
            </a:fld>
            <a:endParaRPr kumimoji="1" lang="ja-JP" altLang="en-US"/>
          </a:p>
        </p:txBody>
      </p:sp>
      <p:sp>
        <p:nvSpPr>
          <p:cNvPr id="6" name="フッター プレースホルダー 5">
            <a:extLst>
              <a:ext uri="{FF2B5EF4-FFF2-40B4-BE49-F238E27FC236}">
                <a16:creationId xmlns:a16="http://schemas.microsoft.com/office/drawing/2014/main" id="{06345550-6D84-4029-ADD3-C4F4BA729480}"/>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208FE8B3-2A3F-4597-A020-8C4B0BD8C669}"/>
              </a:ext>
            </a:extLst>
          </p:cNvPr>
          <p:cNvSpPr>
            <a:spLocks noGrp="1"/>
          </p:cNvSpPr>
          <p:nvPr>
            <p:ph type="sldNum" sz="quarter" idx="12"/>
          </p:nvPr>
        </p:nvSpPr>
        <p:spPr/>
        <p:txBody>
          <a:bodyPr/>
          <a:lstStyle/>
          <a:p>
            <a:fld id="{3DE2B50D-6571-4202-860C-D8DCFE501969}" type="slidenum">
              <a:rPr kumimoji="1" lang="ja-JP" altLang="en-US" smtClean="0"/>
              <a:t>‹#›</a:t>
            </a:fld>
            <a:endParaRPr kumimoji="1" lang="ja-JP" altLang="en-US"/>
          </a:p>
        </p:txBody>
      </p:sp>
    </p:spTree>
    <p:extLst>
      <p:ext uri="{BB962C8B-B14F-4D97-AF65-F5344CB8AC3E}">
        <p14:creationId xmlns:p14="http://schemas.microsoft.com/office/powerpoint/2010/main" val="28640735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73334B7-9DDB-4A8F-82EE-5B321584F27B}"/>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0DE32334-171E-4049-BF3A-A34699EE85E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D371C314-BE59-4BBE-9E13-5D4ED65AEC7A}"/>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620C5AA2-BF0F-4E08-8A7D-9D3659B4736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AC1CB77B-A32C-4537-BA34-5AF686138946}"/>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7F9B3F59-17B7-42F4-AF35-E76EB9746AC9}"/>
              </a:ext>
            </a:extLst>
          </p:cNvPr>
          <p:cNvSpPr>
            <a:spLocks noGrp="1"/>
          </p:cNvSpPr>
          <p:nvPr>
            <p:ph type="dt" sz="half" idx="10"/>
          </p:nvPr>
        </p:nvSpPr>
        <p:spPr/>
        <p:txBody>
          <a:bodyPr/>
          <a:lstStyle/>
          <a:p>
            <a:fld id="{F3577884-B18C-4066-9967-C5D07EE8DF90}" type="datetimeFigureOut">
              <a:rPr kumimoji="1" lang="ja-JP" altLang="en-US" smtClean="0"/>
              <a:t>2026/10/8</a:t>
            </a:fld>
            <a:endParaRPr kumimoji="1" lang="ja-JP" altLang="en-US"/>
          </a:p>
        </p:txBody>
      </p:sp>
      <p:sp>
        <p:nvSpPr>
          <p:cNvPr id="8" name="フッター プレースホルダー 7">
            <a:extLst>
              <a:ext uri="{FF2B5EF4-FFF2-40B4-BE49-F238E27FC236}">
                <a16:creationId xmlns:a16="http://schemas.microsoft.com/office/drawing/2014/main" id="{FE8FAA2D-C331-45C8-A6A5-25D5F2CAF00A}"/>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13803573-FF5E-48CB-B8F9-BBD2935E14F9}"/>
              </a:ext>
            </a:extLst>
          </p:cNvPr>
          <p:cNvSpPr>
            <a:spLocks noGrp="1"/>
          </p:cNvSpPr>
          <p:nvPr>
            <p:ph type="sldNum" sz="quarter" idx="12"/>
          </p:nvPr>
        </p:nvSpPr>
        <p:spPr/>
        <p:txBody>
          <a:bodyPr/>
          <a:lstStyle/>
          <a:p>
            <a:fld id="{3DE2B50D-6571-4202-860C-D8DCFE501969}" type="slidenum">
              <a:rPr kumimoji="1" lang="ja-JP" altLang="en-US" smtClean="0"/>
              <a:t>‹#›</a:t>
            </a:fld>
            <a:endParaRPr kumimoji="1" lang="ja-JP" altLang="en-US"/>
          </a:p>
        </p:txBody>
      </p:sp>
    </p:spTree>
    <p:extLst>
      <p:ext uri="{BB962C8B-B14F-4D97-AF65-F5344CB8AC3E}">
        <p14:creationId xmlns:p14="http://schemas.microsoft.com/office/powerpoint/2010/main" val="40691267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C33441F-31D7-4DB5-AA31-65D4CF54CBD3}"/>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CF4C8404-6551-4687-AC72-AD1064395DF3}"/>
              </a:ext>
            </a:extLst>
          </p:cNvPr>
          <p:cNvSpPr>
            <a:spLocks noGrp="1"/>
          </p:cNvSpPr>
          <p:nvPr>
            <p:ph type="dt" sz="half" idx="10"/>
          </p:nvPr>
        </p:nvSpPr>
        <p:spPr/>
        <p:txBody>
          <a:bodyPr/>
          <a:lstStyle/>
          <a:p>
            <a:fld id="{F3577884-B18C-4066-9967-C5D07EE8DF90}" type="datetimeFigureOut">
              <a:rPr kumimoji="1" lang="ja-JP" altLang="en-US" smtClean="0"/>
              <a:t>2026/10/8</a:t>
            </a:fld>
            <a:endParaRPr kumimoji="1" lang="ja-JP" altLang="en-US"/>
          </a:p>
        </p:txBody>
      </p:sp>
      <p:sp>
        <p:nvSpPr>
          <p:cNvPr id="4" name="フッター プレースホルダー 3">
            <a:extLst>
              <a:ext uri="{FF2B5EF4-FFF2-40B4-BE49-F238E27FC236}">
                <a16:creationId xmlns:a16="http://schemas.microsoft.com/office/drawing/2014/main" id="{1B744BFD-9A37-4731-94A6-7CA7A42CE7D0}"/>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21DCEC7D-80C9-43BA-8E5F-13A01F71EE6C}"/>
              </a:ext>
            </a:extLst>
          </p:cNvPr>
          <p:cNvSpPr>
            <a:spLocks noGrp="1"/>
          </p:cNvSpPr>
          <p:nvPr>
            <p:ph type="sldNum" sz="quarter" idx="12"/>
          </p:nvPr>
        </p:nvSpPr>
        <p:spPr/>
        <p:txBody>
          <a:bodyPr/>
          <a:lstStyle/>
          <a:p>
            <a:fld id="{3DE2B50D-6571-4202-860C-D8DCFE501969}" type="slidenum">
              <a:rPr kumimoji="1" lang="ja-JP" altLang="en-US" smtClean="0"/>
              <a:t>‹#›</a:t>
            </a:fld>
            <a:endParaRPr kumimoji="1" lang="ja-JP" altLang="en-US"/>
          </a:p>
        </p:txBody>
      </p:sp>
    </p:spTree>
    <p:extLst>
      <p:ext uri="{BB962C8B-B14F-4D97-AF65-F5344CB8AC3E}">
        <p14:creationId xmlns:p14="http://schemas.microsoft.com/office/powerpoint/2010/main" val="31615588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3EDAD984-8E41-4478-99B0-74A5081B455A}"/>
              </a:ext>
            </a:extLst>
          </p:cNvPr>
          <p:cNvSpPr>
            <a:spLocks noGrp="1"/>
          </p:cNvSpPr>
          <p:nvPr>
            <p:ph type="dt" sz="half" idx="10"/>
          </p:nvPr>
        </p:nvSpPr>
        <p:spPr/>
        <p:txBody>
          <a:bodyPr/>
          <a:lstStyle/>
          <a:p>
            <a:fld id="{F3577884-B18C-4066-9967-C5D07EE8DF90}" type="datetimeFigureOut">
              <a:rPr kumimoji="1" lang="ja-JP" altLang="en-US" smtClean="0"/>
              <a:t>2026/10/8</a:t>
            </a:fld>
            <a:endParaRPr kumimoji="1" lang="ja-JP" altLang="en-US"/>
          </a:p>
        </p:txBody>
      </p:sp>
      <p:sp>
        <p:nvSpPr>
          <p:cNvPr id="3" name="フッター プレースホルダー 2">
            <a:extLst>
              <a:ext uri="{FF2B5EF4-FFF2-40B4-BE49-F238E27FC236}">
                <a16:creationId xmlns:a16="http://schemas.microsoft.com/office/drawing/2014/main" id="{D5F2B925-6EA9-45A4-8C84-4653F05CE328}"/>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BC9CA1E2-3B27-4813-993F-F2495EDA94E2}"/>
              </a:ext>
            </a:extLst>
          </p:cNvPr>
          <p:cNvSpPr>
            <a:spLocks noGrp="1"/>
          </p:cNvSpPr>
          <p:nvPr>
            <p:ph type="sldNum" sz="quarter" idx="12"/>
          </p:nvPr>
        </p:nvSpPr>
        <p:spPr/>
        <p:txBody>
          <a:bodyPr/>
          <a:lstStyle/>
          <a:p>
            <a:fld id="{3DE2B50D-6571-4202-860C-D8DCFE501969}" type="slidenum">
              <a:rPr kumimoji="1" lang="ja-JP" altLang="en-US" smtClean="0"/>
              <a:t>‹#›</a:t>
            </a:fld>
            <a:endParaRPr kumimoji="1" lang="ja-JP" altLang="en-US"/>
          </a:p>
        </p:txBody>
      </p:sp>
    </p:spTree>
    <p:extLst>
      <p:ext uri="{BB962C8B-B14F-4D97-AF65-F5344CB8AC3E}">
        <p14:creationId xmlns:p14="http://schemas.microsoft.com/office/powerpoint/2010/main" val="36514105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1D18562-3941-4606-9F61-4AFB89662E9C}"/>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3593DD8-8AF0-4213-B43A-E11283EC930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5BBDA93C-3777-494B-B1AF-F7B5C8FBFCD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C0422F17-899F-45F0-B0C9-D32293FBC261}"/>
              </a:ext>
            </a:extLst>
          </p:cNvPr>
          <p:cNvSpPr>
            <a:spLocks noGrp="1"/>
          </p:cNvSpPr>
          <p:nvPr>
            <p:ph type="dt" sz="half" idx="10"/>
          </p:nvPr>
        </p:nvSpPr>
        <p:spPr/>
        <p:txBody>
          <a:bodyPr/>
          <a:lstStyle/>
          <a:p>
            <a:fld id="{F3577884-B18C-4066-9967-C5D07EE8DF90}" type="datetimeFigureOut">
              <a:rPr kumimoji="1" lang="ja-JP" altLang="en-US" smtClean="0"/>
              <a:t>2026/10/8</a:t>
            </a:fld>
            <a:endParaRPr kumimoji="1" lang="ja-JP" altLang="en-US"/>
          </a:p>
        </p:txBody>
      </p:sp>
      <p:sp>
        <p:nvSpPr>
          <p:cNvPr id="6" name="フッター プレースホルダー 5">
            <a:extLst>
              <a:ext uri="{FF2B5EF4-FFF2-40B4-BE49-F238E27FC236}">
                <a16:creationId xmlns:a16="http://schemas.microsoft.com/office/drawing/2014/main" id="{7859147E-72BD-4F98-8FF8-73A28C1D392C}"/>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34A90E86-0705-4650-B96D-1CE69D7A07DE}"/>
              </a:ext>
            </a:extLst>
          </p:cNvPr>
          <p:cNvSpPr>
            <a:spLocks noGrp="1"/>
          </p:cNvSpPr>
          <p:nvPr>
            <p:ph type="sldNum" sz="quarter" idx="12"/>
          </p:nvPr>
        </p:nvSpPr>
        <p:spPr/>
        <p:txBody>
          <a:bodyPr/>
          <a:lstStyle/>
          <a:p>
            <a:fld id="{3DE2B50D-6571-4202-860C-D8DCFE501969}" type="slidenum">
              <a:rPr kumimoji="1" lang="ja-JP" altLang="en-US" smtClean="0"/>
              <a:t>‹#›</a:t>
            </a:fld>
            <a:endParaRPr kumimoji="1" lang="ja-JP" altLang="en-US"/>
          </a:p>
        </p:txBody>
      </p:sp>
    </p:spTree>
    <p:extLst>
      <p:ext uri="{BB962C8B-B14F-4D97-AF65-F5344CB8AC3E}">
        <p14:creationId xmlns:p14="http://schemas.microsoft.com/office/powerpoint/2010/main" val="41567376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F1DDFEA-624B-4948-8D57-F138EA734282}"/>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4D3EC922-3707-4842-88FE-67541366931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C76CF44B-A935-4F8F-A8DB-B2944FC001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9BE4893E-43E2-4A8D-A1C2-D261EF55AC16}"/>
              </a:ext>
            </a:extLst>
          </p:cNvPr>
          <p:cNvSpPr>
            <a:spLocks noGrp="1"/>
          </p:cNvSpPr>
          <p:nvPr>
            <p:ph type="dt" sz="half" idx="10"/>
          </p:nvPr>
        </p:nvSpPr>
        <p:spPr/>
        <p:txBody>
          <a:bodyPr/>
          <a:lstStyle/>
          <a:p>
            <a:fld id="{F3577884-B18C-4066-9967-C5D07EE8DF90}" type="datetimeFigureOut">
              <a:rPr kumimoji="1" lang="ja-JP" altLang="en-US" smtClean="0"/>
              <a:t>2026/10/8</a:t>
            </a:fld>
            <a:endParaRPr kumimoji="1" lang="ja-JP" altLang="en-US"/>
          </a:p>
        </p:txBody>
      </p:sp>
      <p:sp>
        <p:nvSpPr>
          <p:cNvPr id="6" name="フッター プレースホルダー 5">
            <a:extLst>
              <a:ext uri="{FF2B5EF4-FFF2-40B4-BE49-F238E27FC236}">
                <a16:creationId xmlns:a16="http://schemas.microsoft.com/office/drawing/2014/main" id="{F97363D2-16BA-44F8-9685-E75AD2494E86}"/>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F76918C8-D5BE-435C-A138-9EDABB5E40D5}"/>
              </a:ext>
            </a:extLst>
          </p:cNvPr>
          <p:cNvSpPr>
            <a:spLocks noGrp="1"/>
          </p:cNvSpPr>
          <p:nvPr>
            <p:ph type="sldNum" sz="quarter" idx="12"/>
          </p:nvPr>
        </p:nvSpPr>
        <p:spPr/>
        <p:txBody>
          <a:bodyPr/>
          <a:lstStyle/>
          <a:p>
            <a:fld id="{3DE2B50D-6571-4202-860C-D8DCFE501969}" type="slidenum">
              <a:rPr kumimoji="1" lang="ja-JP" altLang="en-US" smtClean="0"/>
              <a:t>‹#›</a:t>
            </a:fld>
            <a:endParaRPr kumimoji="1" lang="ja-JP" altLang="en-US"/>
          </a:p>
        </p:txBody>
      </p:sp>
    </p:spTree>
    <p:extLst>
      <p:ext uri="{BB962C8B-B14F-4D97-AF65-F5344CB8AC3E}">
        <p14:creationId xmlns:p14="http://schemas.microsoft.com/office/powerpoint/2010/main" val="33049341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96B79F4-0932-4A61-93F2-1DAA15E8E658}"/>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42AF4CDC-4A8C-41B3-81E1-6F36D7044913}"/>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E309078-8C27-490A-8D0C-B4FCAEAFDBF5}"/>
              </a:ext>
            </a:extLst>
          </p:cNvPr>
          <p:cNvSpPr>
            <a:spLocks noGrp="1"/>
          </p:cNvSpPr>
          <p:nvPr>
            <p:ph type="dt" sz="half" idx="10"/>
          </p:nvPr>
        </p:nvSpPr>
        <p:spPr/>
        <p:txBody>
          <a:bodyPr/>
          <a:lstStyle/>
          <a:p>
            <a:fld id="{F3577884-B18C-4066-9967-C5D07EE8DF90}" type="datetimeFigureOut">
              <a:rPr kumimoji="1" lang="ja-JP" altLang="en-US" smtClean="0"/>
              <a:t>2026/10/8</a:t>
            </a:fld>
            <a:endParaRPr kumimoji="1" lang="ja-JP" altLang="en-US"/>
          </a:p>
        </p:txBody>
      </p:sp>
      <p:sp>
        <p:nvSpPr>
          <p:cNvPr id="5" name="フッター プレースホルダー 4">
            <a:extLst>
              <a:ext uri="{FF2B5EF4-FFF2-40B4-BE49-F238E27FC236}">
                <a16:creationId xmlns:a16="http://schemas.microsoft.com/office/drawing/2014/main" id="{1F2282E7-5ED6-4067-A23F-23D17078DEC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AE03537-F5D5-4CC3-BDFF-12F749203D56}"/>
              </a:ext>
            </a:extLst>
          </p:cNvPr>
          <p:cNvSpPr>
            <a:spLocks noGrp="1"/>
          </p:cNvSpPr>
          <p:nvPr>
            <p:ph type="sldNum" sz="quarter" idx="12"/>
          </p:nvPr>
        </p:nvSpPr>
        <p:spPr/>
        <p:txBody>
          <a:bodyPr/>
          <a:lstStyle/>
          <a:p>
            <a:fld id="{3DE2B50D-6571-4202-860C-D8DCFE501969}" type="slidenum">
              <a:rPr kumimoji="1" lang="ja-JP" altLang="en-US" smtClean="0"/>
              <a:t>‹#›</a:t>
            </a:fld>
            <a:endParaRPr kumimoji="1" lang="ja-JP" altLang="en-US"/>
          </a:p>
        </p:txBody>
      </p:sp>
    </p:spTree>
    <p:extLst>
      <p:ext uri="{BB962C8B-B14F-4D97-AF65-F5344CB8AC3E}">
        <p14:creationId xmlns:p14="http://schemas.microsoft.com/office/powerpoint/2010/main" val="11055792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A719C6BC-83A1-41F9-A48F-ABBBA293CD3E}"/>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EF0F4529-114C-4F3E-ADF4-517AB123070B}"/>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6BF28EB-53E6-4B97-AC1B-64E060B2E729}"/>
              </a:ext>
            </a:extLst>
          </p:cNvPr>
          <p:cNvSpPr>
            <a:spLocks noGrp="1"/>
          </p:cNvSpPr>
          <p:nvPr>
            <p:ph type="dt" sz="half" idx="10"/>
          </p:nvPr>
        </p:nvSpPr>
        <p:spPr/>
        <p:txBody>
          <a:bodyPr/>
          <a:lstStyle/>
          <a:p>
            <a:fld id="{F3577884-B18C-4066-9967-C5D07EE8DF90}" type="datetimeFigureOut">
              <a:rPr kumimoji="1" lang="ja-JP" altLang="en-US" smtClean="0"/>
              <a:t>2026/10/8</a:t>
            </a:fld>
            <a:endParaRPr kumimoji="1" lang="ja-JP" altLang="en-US"/>
          </a:p>
        </p:txBody>
      </p:sp>
      <p:sp>
        <p:nvSpPr>
          <p:cNvPr id="5" name="フッター プレースホルダー 4">
            <a:extLst>
              <a:ext uri="{FF2B5EF4-FFF2-40B4-BE49-F238E27FC236}">
                <a16:creationId xmlns:a16="http://schemas.microsoft.com/office/drawing/2014/main" id="{7910159F-519A-4A3D-BE12-B82F69DEC49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0CCCF15-802C-42C7-905D-05C28317C650}"/>
              </a:ext>
            </a:extLst>
          </p:cNvPr>
          <p:cNvSpPr>
            <a:spLocks noGrp="1"/>
          </p:cNvSpPr>
          <p:nvPr>
            <p:ph type="sldNum" sz="quarter" idx="12"/>
          </p:nvPr>
        </p:nvSpPr>
        <p:spPr/>
        <p:txBody>
          <a:bodyPr/>
          <a:lstStyle/>
          <a:p>
            <a:fld id="{3DE2B50D-6571-4202-860C-D8DCFE501969}" type="slidenum">
              <a:rPr kumimoji="1" lang="ja-JP" altLang="en-US" smtClean="0"/>
              <a:t>‹#›</a:t>
            </a:fld>
            <a:endParaRPr kumimoji="1" lang="ja-JP" altLang="en-US"/>
          </a:p>
        </p:txBody>
      </p:sp>
    </p:spTree>
    <p:extLst>
      <p:ext uri="{BB962C8B-B14F-4D97-AF65-F5344CB8AC3E}">
        <p14:creationId xmlns:p14="http://schemas.microsoft.com/office/powerpoint/2010/main" val="33430636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7E0B9FE2-2E1C-499F-8A41-6C07C1ED4CD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B7B5F8F-377A-429F-81BD-1AC0894E8C2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14F5AB8-BBDD-4257-B3F0-D025649F2F8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3577884-B18C-4066-9967-C5D07EE8DF90}" type="datetimeFigureOut">
              <a:rPr kumimoji="1" lang="ja-JP" altLang="en-US" smtClean="0"/>
              <a:t>2026/10/8</a:t>
            </a:fld>
            <a:endParaRPr kumimoji="1" lang="ja-JP" altLang="en-US"/>
          </a:p>
        </p:txBody>
      </p:sp>
      <p:sp>
        <p:nvSpPr>
          <p:cNvPr id="5" name="フッター プレースホルダー 4">
            <a:extLst>
              <a:ext uri="{FF2B5EF4-FFF2-40B4-BE49-F238E27FC236}">
                <a16:creationId xmlns:a16="http://schemas.microsoft.com/office/drawing/2014/main" id="{6456CBA4-FFFA-4BAF-9CE4-489E2D4167A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7BA281E0-3952-4BA3-B0A9-8C1CDEC8D43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DE2B50D-6571-4202-860C-D8DCFE501969}" type="slidenum">
              <a:rPr kumimoji="1" lang="ja-JP" altLang="en-US" smtClean="0"/>
              <a:t>‹#›</a:t>
            </a:fld>
            <a:endParaRPr kumimoji="1" lang="ja-JP" altLang="en-US"/>
          </a:p>
        </p:txBody>
      </p:sp>
    </p:spTree>
    <p:extLst>
      <p:ext uri="{BB962C8B-B14F-4D97-AF65-F5344CB8AC3E}">
        <p14:creationId xmlns:p14="http://schemas.microsoft.com/office/powerpoint/2010/main" val="42246467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slide" Target="slide6.xml"/><Relationship Id="rId13" Type="http://schemas.openxmlformats.org/officeDocument/2006/relationships/slide" Target="slide10.xml"/><Relationship Id="rId18" Type="http://schemas.openxmlformats.org/officeDocument/2006/relationships/slide" Target="slide20.xml"/><Relationship Id="rId3" Type="http://schemas.openxmlformats.org/officeDocument/2006/relationships/slide" Target="slide16.xml"/><Relationship Id="rId7" Type="http://schemas.openxmlformats.org/officeDocument/2006/relationships/slide" Target="slide18.xml"/><Relationship Id="rId12" Type="http://schemas.openxmlformats.org/officeDocument/2006/relationships/slide" Target="slide9.xml"/><Relationship Id="rId17" Type="http://schemas.openxmlformats.org/officeDocument/2006/relationships/slide" Target="slide14.xml"/><Relationship Id="rId2" Type="http://schemas.openxmlformats.org/officeDocument/2006/relationships/slide" Target="slide3.xml"/><Relationship Id="rId16" Type="http://schemas.openxmlformats.org/officeDocument/2006/relationships/slide" Target="slide13.xml"/><Relationship Id="rId20" Type="http://schemas.openxmlformats.org/officeDocument/2006/relationships/slide" Target="slide38.xml"/><Relationship Id="rId1" Type="http://schemas.openxmlformats.org/officeDocument/2006/relationships/slideLayout" Target="../slideLayouts/slideLayout2.xml"/><Relationship Id="rId6" Type="http://schemas.openxmlformats.org/officeDocument/2006/relationships/slide" Target="slide5.xml"/><Relationship Id="rId11" Type="http://schemas.openxmlformats.org/officeDocument/2006/relationships/slide" Target="slide8.xml"/><Relationship Id="rId5" Type="http://schemas.openxmlformats.org/officeDocument/2006/relationships/slide" Target="slide17.xml"/><Relationship Id="rId15" Type="http://schemas.openxmlformats.org/officeDocument/2006/relationships/slide" Target="slide12.xml"/><Relationship Id="rId10" Type="http://schemas.openxmlformats.org/officeDocument/2006/relationships/slide" Target="slide7.xml"/><Relationship Id="rId19" Type="http://schemas.openxmlformats.org/officeDocument/2006/relationships/slide" Target="slide15.xml"/><Relationship Id="rId4" Type="http://schemas.openxmlformats.org/officeDocument/2006/relationships/slide" Target="slide4.xml"/><Relationship Id="rId9" Type="http://schemas.openxmlformats.org/officeDocument/2006/relationships/slide" Target="slide19.xml"/><Relationship Id="rId14" Type="http://schemas.openxmlformats.org/officeDocument/2006/relationships/slide" Target="slide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slide" Target="slide24.xml"/><Relationship Id="rId13" Type="http://schemas.openxmlformats.org/officeDocument/2006/relationships/slide" Target="slide27.xml"/><Relationship Id="rId18" Type="http://schemas.openxmlformats.org/officeDocument/2006/relationships/slide" Target="slide2.xml"/><Relationship Id="rId3" Type="http://schemas.openxmlformats.org/officeDocument/2006/relationships/slide" Target="slide33.xml"/><Relationship Id="rId7" Type="http://schemas.openxmlformats.org/officeDocument/2006/relationships/slide" Target="slide35.xml"/><Relationship Id="rId12" Type="http://schemas.openxmlformats.org/officeDocument/2006/relationships/slide" Target="slide26.xml"/><Relationship Id="rId17" Type="http://schemas.openxmlformats.org/officeDocument/2006/relationships/slide" Target="slide31.xml"/><Relationship Id="rId2" Type="http://schemas.openxmlformats.org/officeDocument/2006/relationships/slide" Target="slide21.xml"/><Relationship Id="rId16" Type="http://schemas.openxmlformats.org/officeDocument/2006/relationships/slide" Target="slide30.xml"/><Relationship Id="rId20" Type="http://schemas.openxmlformats.org/officeDocument/2006/relationships/slide" Target="slide38.xml"/><Relationship Id="rId1" Type="http://schemas.openxmlformats.org/officeDocument/2006/relationships/slideLayout" Target="../slideLayouts/slideLayout2.xml"/><Relationship Id="rId6" Type="http://schemas.openxmlformats.org/officeDocument/2006/relationships/slide" Target="slide23.xml"/><Relationship Id="rId11" Type="http://schemas.openxmlformats.org/officeDocument/2006/relationships/slide" Target="slide37.xml"/><Relationship Id="rId5" Type="http://schemas.openxmlformats.org/officeDocument/2006/relationships/slide" Target="slide34.xml"/><Relationship Id="rId15" Type="http://schemas.openxmlformats.org/officeDocument/2006/relationships/slide" Target="slide29.xml"/><Relationship Id="rId10" Type="http://schemas.openxmlformats.org/officeDocument/2006/relationships/slide" Target="slide25.xml"/><Relationship Id="rId19" Type="http://schemas.openxmlformats.org/officeDocument/2006/relationships/slide" Target="slide32.xml"/><Relationship Id="rId4" Type="http://schemas.openxmlformats.org/officeDocument/2006/relationships/slide" Target="slide22.xml"/><Relationship Id="rId9" Type="http://schemas.openxmlformats.org/officeDocument/2006/relationships/slide" Target="slide36.xml"/><Relationship Id="rId14" Type="http://schemas.openxmlformats.org/officeDocument/2006/relationships/slide" Target="slide28.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24000" b="-24000"/>
          </a:stretch>
        </a:blipFill>
        <a:effectLst/>
      </p:bgPr>
    </p:bg>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1395BE0A-1ECC-4A1C-AAC0-1AFD691AF667}"/>
              </a:ext>
            </a:extLst>
          </p:cNvPr>
          <p:cNvSpPr/>
          <p:nvPr/>
        </p:nvSpPr>
        <p:spPr>
          <a:xfrm>
            <a:off x="0" y="0"/>
            <a:ext cx="12192000" cy="6858000"/>
          </a:xfrm>
          <a:prstGeom prst="rect">
            <a:avLst/>
          </a:prstGeom>
          <a:solidFill>
            <a:schemeClr val="dk1">
              <a:alpha val="6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dirty="0"/>
          </a:p>
        </p:txBody>
      </p:sp>
      <p:sp>
        <p:nvSpPr>
          <p:cNvPr id="6" name="正方形/長方形 5">
            <a:extLst>
              <a:ext uri="{FF2B5EF4-FFF2-40B4-BE49-F238E27FC236}">
                <a16:creationId xmlns:a16="http://schemas.microsoft.com/office/drawing/2014/main" id="{C35CCC3A-F669-4822-A703-39D72A78C078}"/>
              </a:ext>
            </a:extLst>
          </p:cNvPr>
          <p:cNvSpPr/>
          <p:nvPr/>
        </p:nvSpPr>
        <p:spPr>
          <a:xfrm>
            <a:off x="7384642" y="5142451"/>
            <a:ext cx="4807357" cy="17155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618E7E4F-4862-4777-804E-5ED977182538}"/>
              </a:ext>
            </a:extLst>
          </p:cNvPr>
          <p:cNvSpPr/>
          <p:nvPr/>
        </p:nvSpPr>
        <p:spPr>
          <a:xfrm>
            <a:off x="7441802" y="5213620"/>
            <a:ext cx="4693035" cy="157320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dirty="0"/>
          </a:p>
        </p:txBody>
      </p:sp>
      <p:sp>
        <p:nvSpPr>
          <p:cNvPr id="9" name="正方形/長方形 8">
            <a:extLst>
              <a:ext uri="{FF2B5EF4-FFF2-40B4-BE49-F238E27FC236}">
                <a16:creationId xmlns:a16="http://schemas.microsoft.com/office/drawing/2014/main" id="{6DA2D801-9A63-4566-99EA-3DE072D1A90C}"/>
              </a:ext>
            </a:extLst>
          </p:cNvPr>
          <p:cNvSpPr/>
          <p:nvPr/>
        </p:nvSpPr>
        <p:spPr>
          <a:xfrm>
            <a:off x="1971413" y="659022"/>
            <a:ext cx="8607910" cy="1715547"/>
          </a:xfrm>
          <a:prstGeom prst="rect">
            <a:avLst/>
          </a:prstGeom>
          <a:solidFill>
            <a:schemeClr val="dk1">
              <a:alpha val="50000"/>
            </a:schemeClr>
          </a:solidFill>
          <a:ln w="12700">
            <a:solidFill>
              <a:schemeClr val="bg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0D99EB8B-3862-453C-8C40-0BA941A1C546}"/>
              </a:ext>
            </a:extLst>
          </p:cNvPr>
          <p:cNvSpPr txBox="1"/>
          <p:nvPr/>
        </p:nvSpPr>
        <p:spPr>
          <a:xfrm>
            <a:off x="1916239" y="771787"/>
            <a:ext cx="8359521" cy="1569660"/>
          </a:xfrm>
          <a:prstGeom prst="rect">
            <a:avLst/>
          </a:prstGeom>
          <a:noFill/>
        </p:spPr>
        <p:txBody>
          <a:bodyPr wrap="square" rtlCol="0">
            <a:spAutoFit/>
          </a:bodyPr>
          <a:lstStyle/>
          <a:p>
            <a:r>
              <a:rPr lang="ja-JP" altLang="en-US" sz="4800" b="1" dirty="0">
                <a:solidFill>
                  <a:srgbClr val="E6F0FF"/>
                </a:solidFill>
                <a:effectLst>
                  <a:outerShdw blurRad="50800" dist="38100" dir="2700000" algn="tl" rotWithShape="0">
                    <a:prstClr val="black">
                      <a:alpha val="40000"/>
                    </a:prstClr>
                  </a:outerShdw>
                </a:effectLst>
              </a:rPr>
              <a:t>ギャラクシーシューター（仮</a:t>
            </a:r>
            <a:r>
              <a:rPr lang="en-US" altLang="ja-JP" sz="4800" b="1" dirty="0">
                <a:solidFill>
                  <a:srgbClr val="E6F0FF"/>
                </a:solidFill>
                <a:effectLst>
                  <a:outerShdw blurRad="50800" dist="38100" dir="2700000" algn="tl" rotWithShape="0">
                    <a:prstClr val="black">
                      <a:alpha val="40000"/>
                    </a:prstClr>
                  </a:outerShdw>
                </a:effectLst>
              </a:rPr>
              <a:t>)</a:t>
            </a:r>
          </a:p>
          <a:p>
            <a:r>
              <a:rPr lang="ja-JP" altLang="en-US" sz="4800" b="1" dirty="0">
                <a:solidFill>
                  <a:srgbClr val="E6F0FF"/>
                </a:solidFill>
                <a:effectLst>
                  <a:outerShdw blurRad="50800" dist="38100" dir="2700000" algn="tl" rotWithShape="0">
                    <a:prstClr val="black">
                      <a:alpha val="40000"/>
                    </a:prstClr>
                  </a:outerShdw>
                </a:effectLst>
              </a:rPr>
              <a:t>　　　　　仕様書</a:t>
            </a:r>
            <a:endParaRPr lang="en-US" altLang="ja-JP" sz="4800" b="1" dirty="0">
              <a:solidFill>
                <a:srgbClr val="E6F0FF"/>
              </a:solidFill>
              <a:effectLst>
                <a:outerShdw blurRad="50800" dist="38100" dir="2700000" algn="tl" rotWithShape="0">
                  <a:prstClr val="black">
                    <a:alpha val="40000"/>
                  </a:prstClr>
                </a:outerShdw>
              </a:effectLst>
            </a:endParaRPr>
          </a:p>
        </p:txBody>
      </p:sp>
      <p:sp>
        <p:nvSpPr>
          <p:cNvPr id="8" name="テキスト ボックス 7">
            <a:extLst>
              <a:ext uri="{FF2B5EF4-FFF2-40B4-BE49-F238E27FC236}">
                <a16:creationId xmlns:a16="http://schemas.microsoft.com/office/drawing/2014/main" id="{D87ECB8C-63DA-4FEA-BEA9-A54D39D6D5D1}"/>
              </a:ext>
            </a:extLst>
          </p:cNvPr>
          <p:cNvSpPr txBox="1"/>
          <p:nvPr/>
        </p:nvSpPr>
        <p:spPr>
          <a:xfrm>
            <a:off x="7482979" y="5368953"/>
            <a:ext cx="4651858" cy="1477328"/>
          </a:xfrm>
          <a:prstGeom prst="rect">
            <a:avLst/>
          </a:prstGeom>
          <a:noFill/>
        </p:spPr>
        <p:txBody>
          <a:bodyPr wrap="square" rtlCol="0">
            <a:spAutoFit/>
          </a:bodyPr>
          <a:lstStyle/>
          <a:p>
            <a:r>
              <a:rPr kumimoji="1" lang="ja-JP" altLang="en-US" dirty="0"/>
              <a:t>ジャンル　ハイスピード</a:t>
            </a:r>
            <a:r>
              <a:rPr kumimoji="1" lang="en-US" altLang="ja-JP" dirty="0"/>
              <a:t>3D</a:t>
            </a:r>
            <a:r>
              <a:rPr kumimoji="1" lang="ja-JP" altLang="en-US" dirty="0"/>
              <a:t>シューティング</a:t>
            </a:r>
            <a:endParaRPr kumimoji="1" lang="en-US" altLang="ja-JP" dirty="0"/>
          </a:p>
          <a:p>
            <a:r>
              <a:rPr lang="ja-JP" altLang="en-US" dirty="0"/>
              <a:t>対応機種　</a:t>
            </a:r>
            <a:r>
              <a:rPr lang="en-US" altLang="ja-JP" dirty="0"/>
              <a:t>Windows</a:t>
            </a:r>
          </a:p>
          <a:p>
            <a:r>
              <a:rPr lang="ja-JP" altLang="en-US" dirty="0"/>
              <a:t>プレイ人数　一人</a:t>
            </a:r>
            <a:endParaRPr lang="en-US" altLang="ja-JP" dirty="0"/>
          </a:p>
          <a:p>
            <a:r>
              <a:rPr lang="ja-JP" altLang="en-US" dirty="0"/>
              <a:t>制作環境　</a:t>
            </a:r>
            <a:r>
              <a:rPr lang="en-US" altLang="ja-JP" dirty="0"/>
              <a:t>C++</a:t>
            </a:r>
          </a:p>
          <a:p>
            <a:r>
              <a:rPr kumimoji="1" lang="ja-JP" altLang="en-US" dirty="0"/>
              <a:t>制作　</a:t>
            </a:r>
            <a:r>
              <a:rPr lang="ja-JP" altLang="en-US" dirty="0"/>
              <a:t>新谷　琥太郎</a:t>
            </a:r>
            <a:endParaRPr kumimoji="1" lang="ja-JP" altLang="en-US" dirty="0"/>
          </a:p>
        </p:txBody>
      </p:sp>
    </p:spTree>
    <p:extLst>
      <p:ext uri="{BB962C8B-B14F-4D97-AF65-F5344CB8AC3E}">
        <p14:creationId xmlns:p14="http://schemas.microsoft.com/office/powerpoint/2010/main" val="22913577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BFBF109-3B10-4568-9D63-E312B36153DB}"/>
              </a:ext>
            </a:extLst>
          </p:cNvPr>
          <p:cNvSpPr>
            <a:spLocks noGrp="1"/>
          </p:cNvSpPr>
          <p:nvPr>
            <p:ph type="title"/>
          </p:nvPr>
        </p:nvSpPr>
        <p:spPr/>
        <p:txBody>
          <a:bodyPr/>
          <a:lstStyle/>
          <a:p>
            <a:r>
              <a:rPr kumimoji="1" lang="ja-JP" altLang="en-US" dirty="0"/>
              <a:t>概要</a:t>
            </a:r>
          </a:p>
        </p:txBody>
      </p:sp>
      <p:sp>
        <p:nvSpPr>
          <p:cNvPr id="3" name="コンテンツ プレースホルダー 2">
            <a:extLst>
              <a:ext uri="{FF2B5EF4-FFF2-40B4-BE49-F238E27FC236}">
                <a16:creationId xmlns:a16="http://schemas.microsoft.com/office/drawing/2014/main" id="{EDF3D5D3-1243-4B2D-964E-E5C0DB9290ED}"/>
              </a:ext>
            </a:extLst>
          </p:cNvPr>
          <p:cNvSpPr>
            <a:spLocks noGrp="1"/>
          </p:cNvSpPr>
          <p:nvPr>
            <p:ph idx="1"/>
          </p:nvPr>
        </p:nvSpPr>
        <p:spPr>
          <a:xfrm>
            <a:off x="838200" y="1825624"/>
            <a:ext cx="10515600" cy="4819015"/>
          </a:xfrm>
        </p:spPr>
        <p:txBody>
          <a:bodyPr>
            <a:normAutofit fontScale="77500" lnSpcReduction="20000"/>
          </a:bodyPr>
          <a:lstStyle/>
          <a:p>
            <a:r>
              <a:rPr lang="ja-JP" altLang="en-US" dirty="0"/>
              <a:t>３</a:t>
            </a:r>
            <a:r>
              <a:rPr lang="en-US" altLang="ja-JP" dirty="0"/>
              <a:t>P</a:t>
            </a:r>
            <a:r>
              <a:rPr lang="ja-JP" altLang="en-US" dirty="0"/>
              <a:t>　</a:t>
            </a:r>
            <a:r>
              <a:rPr lang="ja-JP" altLang="en-US" dirty="0">
                <a:hlinkClick r:id="rId2" action="ppaction://hlinksldjump"/>
              </a:rPr>
              <a:t>タイトル画面</a:t>
            </a:r>
            <a:r>
              <a:rPr lang="ja-JP" altLang="en-US" dirty="0"/>
              <a:t>　　　　　　　１６</a:t>
            </a:r>
            <a:r>
              <a:rPr lang="en-US" altLang="ja-JP" dirty="0"/>
              <a:t>P</a:t>
            </a:r>
            <a:r>
              <a:rPr lang="ja-JP" altLang="en-US" dirty="0"/>
              <a:t>　</a:t>
            </a:r>
            <a:r>
              <a:rPr lang="ja-JP" altLang="en-US" dirty="0">
                <a:hlinkClick r:id="rId3" action="ppaction://hlinksldjump"/>
              </a:rPr>
              <a:t>ゲーム開始（スコア倍率点）</a:t>
            </a:r>
            <a:endParaRPr lang="en-US" altLang="ja-JP" dirty="0"/>
          </a:p>
          <a:p>
            <a:r>
              <a:rPr lang="ja-JP" altLang="en-US" dirty="0"/>
              <a:t>４</a:t>
            </a:r>
            <a:r>
              <a:rPr lang="en-US" altLang="ja-JP" dirty="0"/>
              <a:t>P</a:t>
            </a:r>
            <a:r>
              <a:rPr lang="ja-JP" altLang="en-US" dirty="0"/>
              <a:t>　</a:t>
            </a:r>
            <a:r>
              <a:rPr lang="ja-JP" altLang="en-US" dirty="0">
                <a:hlinkClick r:id="rId4" action="ppaction://hlinksldjump"/>
              </a:rPr>
              <a:t>設定画面</a:t>
            </a:r>
            <a:r>
              <a:rPr lang="ja-JP" altLang="en-US" dirty="0"/>
              <a:t>　　　　　　　　　１７</a:t>
            </a:r>
            <a:r>
              <a:rPr lang="en-US" altLang="ja-JP" dirty="0"/>
              <a:t>P</a:t>
            </a:r>
            <a:r>
              <a:rPr lang="ja-JP" altLang="en-US" dirty="0"/>
              <a:t>　</a:t>
            </a:r>
            <a:r>
              <a:rPr lang="ja-JP" altLang="en-US" dirty="0">
                <a:hlinkClick r:id="rId5" action="ppaction://hlinksldjump"/>
              </a:rPr>
              <a:t>ゲーム開始（時空間移動）</a:t>
            </a:r>
            <a:endParaRPr lang="en-US" altLang="ja-JP" dirty="0"/>
          </a:p>
          <a:p>
            <a:r>
              <a:rPr lang="ja-JP" altLang="en-US" dirty="0"/>
              <a:t>５</a:t>
            </a:r>
            <a:r>
              <a:rPr kumimoji="1" lang="en-US" altLang="ja-JP" dirty="0"/>
              <a:t>P</a:t>
            </a:r>
            <a:r>
              <a:rPr kumimoji="1" lang="ja-JP" altLang="en-US" dirty="0"/>
              <a:t>　</a:t>
            </a:r>
            <a:r>
              <a:rPr kumimoji="1" lang="ja-JP" altLang="en-US" dirty="0">
                <a:hlinkClick r:id="rId6" action="ppaction://hlinksldjump"/>
              </a:rPr>
              <a:t>ゲーム画面（</a:t>
            </a:r>
            <a:r>
              <a:rPr kumimoji="1" lang="en-US" altLang="ja-JP" dirty="0">
                <a:hlinkClick r:id="rId6" action="ppaction://hlinksldjump"/>
              </a:rPr>
              <a:t>UI</a:t>
            </a:r>
            <a:r>
              <a:rPr kumimoji="1" lang="ja-JP" altLang="en-US" dirty="0">
                <a:hlinkClick r:id="rId6" action="ppaction://hlinksldjump"/>
              </a:rPr>
              <a:t>）</a:t>
            </a:r>
            <a:r>
              <a:rPr kumimoji="1" lang="ja-JP" altLang="en-US" dirty="0"/>
              <a:t>　　　　　１８</a:t>
            </a:r>
            <a:r>
              <a:rPr kumimoji="1" lang="en-US" altLang="ja-JP" dirty="0"/>
              <a:t>P</a:t>
            </a:r>
            <a:r>
              <a:rPr kumimoji="1" lang="ja-JP" altLang="en-US" dirty="0"/>
              <a:t>　</a:t>
            </a:r>
            <a:r>
              <a:rPr lang="ja-JP" altLang="en-US" dirty="0">
                <a:hlinkClick r:id="rId7" action="ppaction://hlinksldjump"/>
              </a:rPr>
              <a:t>ゲームクリア</a:t>
            </a:r>
            <a:endParaRPr kumimoji="1" lang="en-US" altLang="ja-JP" dirty="0"/>
          </a:p>
          <a:p>
            <a:r>
              <a:rPr lang="ja-JP" altLang="en-US" dirty="0"/>
              <a:t>６</a:t>
            </a:r>
            <a:r>
              <a:rPr lang="en-US" altLang="ja-JP" dirty="0"/>
              <a:t>P</a:t>
            </a:r>
            <a:r>
              <a:rPr lang="ja-JP" altLang="en-US" dirty="0"/>
              <a:t>　</a:t>
            </a:r>
            <a:r>
              <a:rPr lang="ja-JP" altLang="en-US" dirty="0">
                <a:hlinkClick r:id="rId8" action="ppaction://hlinksldjump"/>
              </a:rPr>
              <a:t>ゲーム画面（ボス①）</a:t>
            </a:r>
            <a:r>
              <a:rPr lang="ja-JP" altLang="en-US" dirty="0"/>
              <a:t>　　　１９</a:t>
            </a:r>
            <a:r>
              <a:rPr lang="en-US" altLang="ja-JP" dirty="0"/>
              <a:t>P</a:t>
            </a:r>
            <a:r>
              <a:rPr lang="ja-JP" altLang="en-US" dirty="0"/>
              <a:t>　</a:t>
            </a:r>
            <a:r>
              <a:rPr lang="ja-JP" altLang="en-US" dirty="0">
                <a:hlinkClick r:id="rId9" action="ppaction://hlinksldjump"/>
              </a:rPr>
              <a:t>ゲームオーバー</a:t>
            </a:r>
            <a:endParaRPr lang="en-US" altLang="ja-JP" dirty="0"/>
          </a:p>
          <a:p>
            <a:r>
              <a:rPr lang="ja-JP" altLang="en-US" dirty="0"/>
              <a:t>７</a:t>
            </a:r>
            <a:r>
              <a:rPr kumimoji="1" lang="en-US" altLang="ja-JP" dirty="0"/>
              <a:t>P</a:t>
            </a:r>
            <a:r>
              <a:rPr kumimoji="1" lang="ja-JP" altLang="en-US" dirty="0"/>
              <a:t>　</a:t>
            </a:r>
            <a:r>
              <a:rPr kumimoji="1" lang="ja-JP" altLang="en-US" dirty="0">
                <a:hlinkClick r:id="rId10" action="ppaction://hlinksldjump"/>
              </a:rPr>
              <a:t>ゲーム画面（ボス②）</a:t>
            </a:r>
            <a:endParaRPr kumimoji="1" lang="en-US" altLang="ja-JP" dirty="0"/>
          </a:p>
          <a:p>
            <a:r>
              <a:rPr lang="ja-JP" altLang="en-US" dirty="0"/>
              <a:t>８</a:t>
            </a:r>
            <a:r>
              <a:rPr lang="en-US" altLang="ja-JP" dirty="0"/>
              <a:t>P</a:t>
            </a:r>
            <a:r>
              <a:rPr lang="ja-JP" altLang="en-US" dirty="0"/>
              <a:t>　</a:t>
            </a:r>
            <a:r>
              <a:rPr lang="ja-JP" altLang="en-US" dirty="0">
                <a:hlinkClick r:id="rId11" action="ppaction://hlinksldjump"/>
              </a:rPr>
              <a:t>ゲーム開始（アイテム）</a:t>
            </a:r>
            <a:endParaRPr kumimoji="1" lang="en-US" altLang="ja-JP" dirty="0"/>
          </a:p>
          <a:p>
            <a:r>
              <a:rPr lang="ja-JP" altLang="en-US" dirty="0"/>
              <a:t>９</a:t>
            </a:r>
            <a:r>
              <a:rPr lang="en-US" altLang="ja-JP" dirty="0"/>
              <a:t>P</a:t>
            </a:r>
            <a:r>
              <a:rPr lang="ja-JP" altLang="en-US" dirty="0"/>
              <a:t>　</a:t>
            </a:r>
            <a:r>
              <a:rPr lang="ja-JP" altLang="en-US" dirty="0">
                <a:hlinkClick r:id="rId12" action="ppaction://hlinksldjump"/>
              </a:rPr>
              <a:t>ゲーム開始（敵１）</a:t>
            </a:r>
            <a:endParaRPr lang="en-US" altLang="ja-JP" dirty="0"/>
          </a:p>
          <a:p>
            <a:r>
              <a:rPr kumimoji="1" lang="ja-JP" altLang="en-US" dirty="0"/>
              <a:t>１０</a:t>
            </a:r>
            <a:r>
              <a:rPr kumimoji="1" lang="en-US" altLang="ja-JP" dirty="0"/>
              <a:t>P</a:t>
            </a:r>
            <a:r>
              <a:rPr lang="ja-JP" altLang="en-US" dirty="0">
                <a:hlinkClick r:id="rId13" action="ppaction://hlinksldjump"/>
              </a:rPr>
              <a:t>ゲーム開始（敵２）</a:t>
            </a:r>
            <a:endParaRPr kumimoji="1" lang="en-US" altLang="ja-JP" dirty="0"/>
          </a:p>
          <a:p>
            <a:r>
              <a:rPr lang="ja-JP" altLang="en-US" dirty="0"/>
              <a:t>１１</a:t>
            </a:r>
            <a:r>
              <a:rPr lang="en-US" altLang="ja-JP" dirty="0"/>
              <a:t>P</a:t>
            </a:r>
            <a:r>
              <a:rPr lang="ja-JP" altLang="en-US" dirty="0">
                <a:hlinkClick r:id="rId14" action="ppaction://hlinksldjump"/>
              </a:rPr>
              <a:t>ゲーム開始（敵３）</a:t>
            </a:r>
            <a:endParaRPr lang="en-US" altLang="ja-JP" dirty="0"/>
          </a:p>
          <a:p>
            <a:r>
              <a:rPr lang="ja-JP" altLang="en-US" dirty="0"/>
              <a:t>１２</a:t>
            </a:r>
            <a:r>
              <a:rPr kumimoji="1" lang="en-US" altLang="ja-JP" dirty="0"/>
              <a:t>P</a:t>
            </a:r>
            <a:r>
              <a:rPr lang="ja-JP" altLang="en-US" dirty="0">
                <a:hlinkClick r:id="rId15" action="ppaction://hlinksldjump"/>
              </a:rPr>
              <a:t>ゲーム開始（敵４）</a:t>
            </a:r>
            <a:endParaRPr lang="en-US" altLang="ja-JP" dirty="0"/>
          </a:p>
          <a:p>
            <a:r>
              <a:rPr kumimoji="1" lang="ja-JP" altLang="en-US" dirty="0"/>
              <a:t>１３</a:t>
            </a:r>
            <a:r>
              <a:rPr kumimoji="1" lang="en-US" altLang="ja-JP" dirty="0"/>
              <a:t>P</a:t>
            </a:r>
            <a:r>
              <a:rPr lang="ja-JP" altLang="en-US" dirty="0">
                <a:hlinkClick r:id="rId16" action="ppaction://hlinksldjump"/>
              </a:rPr>
              <a:t>ゲーム開始（敵５）</a:t>
            </a:r>
            <a:r>
              <a:rPr lang="ja-JP" altLang="en-US" dirty="0"/>
              <a:t>　　　　　　その他</a:t>
            </a:r>
            <a:endParaRPr lang="en-US" altLang="ja-JP" dirty="0"/>
          </a:p>
          <a:p>
            <a:r>
              <a:rPr kumimoji="1" lang="ja-JP" altLang="en-US" dirty="0"/>
              <a:t>１４</a:t>
            </a:r>
            <a:r>
              <a:rPr kumimoji="1" lang="en-US" altLang="ja-JP" dirty="0"/>
              <a:t>P</a:t>
            </a:r>
            <a:r>
              <a:rPr lang="ja-JP" altLang="en-US" dirty="0">
                <a:hlinkClick r:id="rId17" action="ppaction://hlinksldjump"/>
              </a:rPr>
              <a:t>ゲーム開始（プレイヤー）</a:t>
            </a:r>
            <a:r>
              <a:rPr lang="ja-JP" altLang="en-US" dirty="0"/>
              <a:t>　　　</a:t>
            </a:r>
            <a:r>
              <a:rPr lang="ja-JP" altLang="en-US" dirty="0">
                <a:hlinkClick r:id="rId18" action="ppaction://hlinksldjump"/>
              </a:rPr>
              <a:t>詳細仕様書　</a:t>
            </a:r>
            <a:endParaRPr lang="en-US" altLang="ja-JP" dirty="0"/>
          </a:p>
          <a:p>
            <a:r>
              <a:rPr kumimoji="1" lang="ja-JP" altLang="en-US" dirty="0"/>
              <a:t>１５</a:t>
            </a:r>
            <a:r>
              <a:rPr kumimoji="1" lang="en-US" altLang="ja-JP" dirty="0"/>
              <a:t>P</a:t>
            </a:r>
            <a:r>
              <a:rPr lang="ja-JP" altLang="en-US" dirty="0">
                <a:hlinkClick r:id="rId19" action="ppaction://hlinksldjump"/>
              </a:rPr>
              <a:t>ゲーム開始（スコア基本点）</a:t>
            </a:r>
            <a:r>
              <a:rPr lang="ja-JP" altLang="en-US" dirty="0"/>
              <a:t>　　</a:t>
            </a:r>
            <a:r>
              <a:rPr lang="ja-JP" altLang="en-US" dirty="0">
                <a:hlinkClick r:id="rId20" action="ppaction://hlinksldjump"/>
              </a:rPr>
              <a:t>全体的に必要なこと</a:t>
            </a:r>
            <a:endParaRPr kumimoji="1" lang="ja-JP" altLang="en-US" dirty="0"/>
          </a:p>
        </p:txBody>
      </p:sp>
    </p:spTree>
    <p:extLst>
      <p:ext uri="{BB962C8B-B14F-4D97-AF65-F5344CB8AC3E}">
        <p14:creationId xmlns:p14="http://schemas.microsoft.com/office/powerpoint/2010/main" val="647733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8DC865F-1909-438A-B2FB-B0A0346253D9}"/>
              </a:ext>
            </a:extLst>
          </p:cNvPr>
          <p:cNvSpPr>
            <a:spLocks noGrp="1"/>
          </p:cNvSpPr>
          <p:nvPr>
            <p:ph type="title"/>
          </p:nvPr>
        </p:nvSpPr>
        <p:spPr/>
        <p:txBody>
          <a:bodyPr/>
          <a:lstStyle/>
          <a:p>
            <a:r>
              <a:rPr kumimoji="1" lang="ja-JP" altLang="en-US" dirty="0"/>
              <a:t>タイトル画面</a:t>
            </a:r>
          </a:p>
        </p:txBody>
      </p:sp>
      <p:sp>
        <p:nvSpPr>
          <p:cNvPr id="4" name="正方形/長方形 3">
            <a:extLst>
              <a:ext uri="{FF2B5EF4-FFF2-40B4-BE49-F238E27FC236}">
                <a16:creationId xmlns:a16="http://schemas.microsoft.com/office/drawing/2014/main" id="{347E9679-04E1-4978-9187-AC07295CAC5D}"/>
              </a:ext>
            </a:extLst>
          </p:cNvPr>
          <p:cNvSpPr/>
          <p:nvPr/>
        </p:nvSpPr>
        <p:spPr>
          <a:xfrm>
            <a:off x="1047565" y="1535837"/>
            <a:ext cx="10191565" cy="52200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四角形: 角を丸くする 4">
            <a:extLst>
              <a:ext uri="{FF2B5EF4-FFF2-40B4-BE49-F238E27FC236}">
                <a16:creationId xmlns:a16="http://schemas.microsoft.com/office/drawing/2014/main" id="{3718B225-A3CE-4B4A-AB16-B988335753F4}"/>
              </a:ext>
            </a:extLst>
          </p:cNvPr>
          <p:cNvSpPr/>
          <p:nvPr/>
        </p:nvSpPr>
        <p:spPr>
          <a:xfrm>
            <a:off x="3377953" y="2148397"/>
            <a:ext cx="5530788" cy="1003176"/>
          </a:xfrm>
          <a:prstGeom prst="round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3600" dirty="0"/>
              <a:t>ギャラクシーシューター</a:t>
            </a:r>
          </a:p>
        </p:txBody>
      </p:sp>
      <p:sp>
        <p:nvSpPr>
          <p:cNvPr id="6" name="四角形: 角を丸くする 5">
            <a:extLst>
              <a:ext uri="{FF2B5EF4-FFF2-40B4-BE49-F238E27FC236}">
                <a16:creationId xmlns:a16="http://schemas.microsoft.com/office/drawing/2014/main" id="{C5430067-5AC0-4929-BBBF-66F1EB5A4AC4}"/>
              </a:ext>
            </a:extLst>
          </p:cNvPr>
          <p:cNvSpPr/>
          <p:nvPr/>
        </p:nvSpPr>
        <p:spPr>
          <a:xfrm>
            <a:off x="4884198" y="4279037"/>
            <a:ext cx="2423604" cy="630314"/>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四角形: 角を丸くする 7">
            <a:extLst>
              <a:ext uri="{FF2B5EF4-FFF2-40B4-BE49-F238E27FC236}">
                <a16:creationId xmlns:a16="http://schemas.microsoft.com/office/drawing/2014/main" id="{1C6861F9-F4D1-4802-8EB8-CF422ACA03C4}"/>
              </a:ext>
            </a:extLst>
          </p:cNvPr>
          <p:cNvSpPr/>
          <p:nvPr/>
        </p:nvSpPr>
        <p:spPr>
          <a:xfrm>
            <a:off x="5157283" y="5835928"/>
            <a:ext cx="1877434" cy="488270"/>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四角形: 角を丸くする 8">
            <a:extLst>
              <a:ext uri="{FF2B5EF4-FFF2-40B4-BE49-F238E27FC236}">
                <a16:creationId xmlns:a16="http://schemas.microsoft.com/office/drawing/2014/main" id="{FBA3C74C-B329-4C8D-B2F5-D3E2A2E6E05C}"/>
              </a:ext>
            </a:extLst>
          </p:cNvPr>
          <p:cNvSpPr/>
          <p:nvPr/>
        </p:nvSpPr>
        <p:spPr>
          <a:xfrm>
            <a:off x="5157283" y="5100224"/>
            <a:ext cx="1877434" cy="488270"/>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円: 塗りつぶしなし 9">
            <a:extLst>
              <a:ext uri="{FF2B5EF4-FFF2-40B4-BE49-F238E27FC236}">
                <a16:creationId xmlns:a16="http://schemas.microsoft.com/office/drawing/2014/main" id="{C279B7C3-4415-4D9E-932F-8FFC0FF380BE}"/>
              </a:ext>
            </a:extLst>
          </p:cNvPr>
          <p:cNvSpPr/>
          <p:nvPr/>
        </p:nvSpPr>
        <p:spPr>
          <a:xfrm>
            <a:off x="8238478" y="4279037"/>
            <a:ext cx="372862" cy="372862"/>
          </a:xfrm>
          <a:prstGeom prst="donut">
            <a:avLst>
              <a:gd name="adj" fmla="val 9326"/>
            </a:avLst>
          </a:prstGeom>
          <a:ln>
            <a:solidFill>
              <a:schemeClr val="accent2"/>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solidFill>
                <a:schemeClr val="tx1"/>
              </a:solidFill>
            </a:endParaRPr>
          </a:p>
        </p:txBody>
      </p:sp>
      <p:sp>
        <p:nvSpPr>
          <p:cNvPr id="11" name="円: 塗りつぶしなし 10">
            <a:extLst>
              <a:ext uri="{FF2B5EF4-FFF2-40B4-BE49-F238E27FC236}">
                <a16:creationId xmlns:a16="http://schemas.microsoft.com/office/drawing/2014/main" id="{F406831C-D31E-4147-A6C9-B8F085877310}"/>
              </a:ext>
            </a:extLst>
          </p:cNvPr>
          <p:cNvSpPr/>
          <p:nvPr/>
        </p:nvSpPr>
        <p:spPr>
          <a:xfrm>
            <a:off x="8310239" y="4350798"/>
            <a:ext cx="229340" cy="229340"/>
          </a:xfrm>
          <a:prstGeom prst="donut">
            <a:avLst>
              <a:gd name="adj" fmla="val 9326"/>
            </a:avLst>
          </a:prstGeom>
          <a:ln>
            <a:solidFill>
              <a:schemeClr val="accent2"/>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solidFill>
                <a:schemeClr val="tx1"/>
              </a:solidFill>
            </a:endParaRPr>
          </a:p>
        </p:txBody>
      </p:sp>
    </p:spTree>
    <p:extLst>
      <p:ext uri="{BB962C8B-B14F-4D97-AF65-F5344CB8AC3E}">
        <p14:creationId xmlns:p14="http://schemas.microsoft.com/office/powerpoint/2010/main" val="4141458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8DC865F-1909-438A-B2FB-B0A0346253D9}"/>
              </a:ext>
            </a:extLst>
          </p:cNvPr>
          <p:cNvSpPr>
            <a:spLocks noGrp="1"/>
          </p:cNvSpPr>
          <p:nvPr>
            <p:ph type="title"/>
          </p:nvPr>
        </p:nvSpPr>
        <p:spPr/>
        <p:txBody>
          <a:bodyPr/>
          <a:lstStyle/>
          <a:p>
            <a:r>
              <a:rPr lang="ja-JP" altLang="en-US" dirty="0"/>
              <a:t>設定</a:t>
            </a:r>
            <a:r>
              <a:rPr kumimoji="1" lang="ja-JP" altLang="en-US" dirty="0"/>
              <a:t>画面</a:t>
            </a:r>
          </a:p>
        </p:txBody>
      </p:sp>
      <p:sp>
        <p:nvSpPr>
          <p:cNvPr id="4" name="正方形/長方形 3">
            <a:extLst>
              <a:ext uri="{FF2B5EF4-FFF2-40B4-BE49-F238E27FC236}">
                <a16:creationId xmlns:a16="http://schemas.microsoft.com/office/drawing/2014/main" id="{347E9679-04E1-4978-9187-AC07295CAC5D}"/>
              </a:ext>
            </a:extLst>
          </p:cNvPr>
          <p:cNvSpPr/>
          <p:nvPr/>
        </p:nvSpPr>
        <p:spPr>
          <a:xfrm>
            <a:off x="1047565" y="1535837"/>
            <a:ext cx="10191565" cy="52200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四角形: 角を丸くする 4">
            <a:extLst>
              <a:ext uri="{FF2B5EF4-FFF2-40B4-BE49-F238E27FC236}">
                <a16:creationId xmlns:a16="http://schemas.microsoft.com/office/drawing/2014/main" id="{3718B225-A3CE-4B4A-AB16-B988335753F4}"/>
              </a:ext>
            </a:extLst>
          </p:cNvPr>
          <p:cNvSpPr/>
          <p:nvPr/>
        </p:nvSpPr>
        <p:spPr>
          <a:xfrm>
            <a:off x="3839394" y="2102539"/>
            <a:ext cx="7227681" cy="4086666"/>
          </a:xfrm>
          <a:prstGeom prst="round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3600" dirty="0"/>
          </a:p>
        </p:txBody>
      </p:sp>
      <p:sp>
        <p:nvSpPr>
          <p:cNvPr id="8" name="四角形: 角を丸くする 7">
            <a:extLst>
              <a:ext uri="{FF2B5EF4-FFF2-40B4-BE49-F238E27FC236}">
                <a16:creationId xmlns:a16="http://schemas.microsoft.com/office/drawing/2014/main" id="{1C6861F9-F4D1-4802-8EB8-CF422ACA03C4}"/>
              </a:ext>
            </a:extLst>
          </p:cNvPr>
          <p:cNvSpPr/>
          <p:nvPr/>
        </p:nvSpPr>
        <p:spPr>
          <a:xfrm>
            <a:off x="1489523" y="3095094"/>
            <a:ext cx="1877434" cy="488270"/>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四角形: 角を丸くする 11">
            <a:extLst>
              <a:ext uri="{FF2B5EF4-FFF2-40B4-BE49-F238E27FC236}">
                <a16:creationId xmlns:a16="http://schemas.microsoft.com/office/drawing/2014/main" id="{14C433EE-9EE8-4FAB-A0F5-D977076763DB}"/>
              </a:ext>
            </a:extLst>
          </p:cNvPr>
          <p:cNvSpPr/>
          <p:nvPr/>
        </p:nvSpPr>
        <p:spPr>
          <a:xfrm>
            <a:off x="1489523" y="3921099"/>
            <a:ext cx="1877434" cy="488270"/>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四角形: 角を丸くする 12">
            <a:extLst>
              <a:ext uri="{FF2B5EF4-FFF2-40B4-BE49-F238E27FC236}">
                <a16:creationId xmlns:a16="http://schemas.microsoft.com/office/drawing/2014/main" id="{7A4C90F4-02D1-40AD-9004-3AF0F92AA13A}"/>
              </a:ext>
            </a:extLst>
          </p:cNvPr>
          <p:cNvSpPr/>
          <p:nvPr/>
        </p:nvSpPr>
        <p:spPr>
          <a:xfrm>
            <a:off x="1489523" y="4651899"/>
            <a:ext cx="1877434" cy="488270"/>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四角形: 角を丸くする 14">
            <a:extLst>
              <a:ext uri="{FF2B5EF4-FFF2-40B4-BE49-F238E27FC236}">
                <a16:creationId xmlns:a16="http://schemas.microsoft.com/office/drawing/2014/main" id="{53AE7707-806E-4DFC-875E-3DCD65237DC6}"/>
              </a:ext>
            </a:extLst>
          </p:cNvPr>
          <p:cNvSpPr/>
          <p:nvPr/>
        </p:nvSpPr>
        <p:spPr>
          <a:xfrm>
            <a:off x="1216438" y="2231086"/>
            <a:ext cx="2423604" cy="630314"/>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四角形: 角を丸くする 6">
            <a:extLst>
              <a:ext uri="{FF2B5EF4-FFF2-40B4-BE49-F238E27FC236}">
                <a16:creationId xmlns:a16="http://schemas.microsoft.com/office/drawing/2014/main" id="{375A82F2-8BED-4DAA-8A86-581718D78AFF}"/>
              </a:ext>
            </a:extLst>
          </p:cNvPr>
          <p:cNvSpPr/>
          <p:nvPr/>
        </p:nvSpPr>
        <p:spPr>
          <a:xfrm>
            <a:off x="10740233" y="2473028"/>
            <a:ext cx="128478" cy="343799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4096FDCD-B474-4E9D-BCB3-6F358330A299}"/>
              </a:ext>
            </a:extLst>
          </p:cNvPr>
          <p:cNvSpPr/>
          <p:nvPr/>
        </p:nvSpPr>
        <p:spPr>
          <a:xfrm>
            <a:off x="10740233" y="2605143"/>
            <a:ext cx="128478" cy="528914"/>
          </a:xfrm>
          <a:prstGeom prst="roundRect">
            <a:avLst/>
          </a:prstGeom>
          <a:solidFill>
            <a:schemeClr val="bg2">
              <a:lumMod val="75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17" name="四角形: 角を丸くする 16">
            <a:extLst>
              <a:ext uri="{FF2B5EF4-FFF2-40B4-BE49-F238E27FC236}">
                <a16:creationId xmlns:a16="http://schemas.microsoft.com/office/drawing/2014/main" id="{E967749C-922B-4983-9A95-D86560C24B23}"/>
              </a:ext>
            </a:extLst>
          </p:cNvPr>
          <p:cNvSpPr/>
          <p:nvPr/>
        </p:nvSpPr>
        <p:spPr>
          <a:xfrm>
            <a:off x="4081999" y="2850959"/>
            <a:ext cx="1877434" cy="488270"/>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四角形: 角を丸くする 17">
            <a:extLst>
              <a:ext uri="{FF2B5EF4-FFF2-40B4-BE49-F238E27FC236}">
                <a16:creationId xmlns:a16="http://schemas.microsoft.com/office/drawing/2014/main" id="{9F3B4E9D-A774-4020-863C-0D346EE01B62}"/>
              </a:ext>
            </a:extLst>
          </p:cNvPr>
          <p:cNvSpPr/>
          <p:nvPr/>
        </p:nvSpPr>
        <p:spPr>
          <a:xfrm>
            <a:off x="4081999" y="3583364"/>
            <a:ext cx="1877434" cy="488270"/>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四角形: 角を丸くする 18">
            <a:extLst>
              <a:ext uri="{FF2B5EF4-FFF2-40B4-BE49-F238E27FC236}">
                <a16:creationId xmlns:a16="http://schemas.microsoft.com/office/drawing/2014/main" id="{F037B7E1-5B35-4C9B-A74D-FC96CAAC3D42}"/>
              </a:ext>
            </a:extLst>
          </p:cNvPr>
          <p:cNvSpPr/>
          <p:nvPr/>
        </p:nvSpPr>
        <p:spPr>
          <a:xfrm>
            <a:off x="4081999" y="4298565"/>
            <a:ext cx="1877434" cy="488270"/>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四角形: 角を丸くする 19">
            <a:extLst>
              <a:ext uri="{FF2B5EF4-FFF2-40B4-BE49-F238E27FC236}">
                <a16:creationId xmlns:a16="http://schemas.microsoft.com/office/drawing/2014/main" id="{62B9CAD9-E50F-4208-920C-D97A04A81224}"/>
              </a:ext>
            </a:extLst>
          </p:cNvPr>
          <p:cNvSpPr/>
          <p:nvPr/>
        </p:nvSpPr>
        <p:spPr>
          <a:xfrm>
            <a:off x="4081999" y="5013766"/>
            <a:ext cx="1877434" cy="488270"/>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四角形: 角を丸くする 20">
            <a:extLst>
              <a:ext uri="{FF2B5EF4-FFF2-40B4-BE49-F238E27FC236}">
                <a16:creationId xmlns:a16="http://schemas.microsoft.com/office/drawing/2014/main" id="{16238056-FE3D-499D-A935-B5C2C632DF89}"/>
              </a:ext>
            </a:extLst>
          </p:cNvPr>
          <p:cNvSpPr/>
          <p:nvPr/>
        </p:nvSpPr>
        <p:spPr>
          <a:xfrm>
            <a:off x="4081999" y="5814401"/>
            <a:ext cx="1877434" cy="374804"/>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四角形: 角を丸くする 21">
            <a:extLst>
              <a:ext uri="{FF2B5EF4-FFF2-40B4-BE49-F238E27FC236}">
                <a16:creationId xmlns:a16="http://schemas.microsoft.com/office/drawing/2014/main" id="{EB2638EF-4824-4C56-8B0C-D5984833E8D7}"/>
              </a:ext>
            </a:extLst>
          </p:cNvPr>
          <p:cNvSpPr/>
          <p:nvPr/>
        </p:nvSpPr>
        <p:spPr>
          <a:xfrm>
            <a:off x="6431870" y="2998306"/>
            <a:ext cx="3959911" cy="191363"/>
          </a:xfrm>
          <a:prstGeom prst="roundRect">
            <a:avLst/>
          </a:prstGeom>
          <a:solidFill>
            <a:schemeClr val="bg2">
              <a:lumMod val="75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23" name="楕円 22">
            <a:extLst>
              <a:ext uri="{FF2B5EF4-FFF2-40B4-BE49-F238E27FC236}">
                <a16:creationId xmlns:a16="http://schemas.microsoft.com/office/drawing/2014/main" id="{D87B2ADB-1143-4E28-AEC7-4B187A9F1BF0}"/>
              </a:ext>
            </a:extLst>
          </p:cNvPr>
          <p:cNvSpPr/>
          <p:nvPr/>
        </p:nvSpPr>
        <p:spPr>
          <a:xfrm>
            <a:off x="8240560" y="2922722"/>
            <a:ext cx="342530" cy="34253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24" name="四角形: 角を丸くする 23">
            <a:extLst>
              <a:ext uri="{FF2B5EF4-FFF2-40B4-BE49-F238E27FC236}">
                <a16:creationId xmlns:a16="http://schemas.microsoft.com/office/drawing/2014/main" id="{9B271865-C751-4784-BA8F-36F42BEC7190}"/>
              </a:ext>
            </a:extLst>
          </p:cNvPr>
          <p:cNvSpPr/>
          <p:nvPr/>
        </p:nvSpPr>
        <p:spPr>
          <a:xfrm>
            <a:off x="6431870" y="3729736"/>
            <a:ext cx="3959911" cy="191363"/>
          </a:xfrm>
          <a:prstGeom prst="roundRect">
            <a:avLst/>
          </a:prstGeom>
          <a:solidFill>
            <a:schemeClr val="bg2">
              <a:lumMod val="75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25" name="楕円 24">
            <a:extLst>
              <a:ext uri="{FF2B5EF4-FFF2-40B4-BE49-F238E27FC236}">
                <a16:creationId xmlns:a16="http://schemas.microsoft.com/office/drawing/2014/main" id="{BDBBC1E9-9B31-430B-82A4-2359D0A9B71A}"/>
              </a:ext>
            </a:extLst>
          </p:cNvPr>
          <p:cNvSpPr/>
          <p:nvPr/>
        </p:nvSpPr>
        <p:spPr>
          <a:xfrm>
            <a:off x="8240560" y="3654152"/>
            <a:ext cx="342530" cy="34253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26" name="四角形: 角を丸くする 25">
            <a:extLst>
              <a:ext uri="{FF2B5EF4-FFF2-40B4-BE49-F238E27FC236}">
                <a16:creationId xmlns:a16="http://schemas.microsoft.com/office/drawing/2014/main" id="{D775C416-3748-4C1E-A595-432D3973C013}"/>
              </a:ext>
            </a:extLst>
          </p:cNvPr>
          <p:cNvSpPr/>
          <p:nvPr/>
        </p:nvSpPr>
        <p:spPr>
          <a:xfrm>
            <a:off x="6431870" y="4441067"/>
            <a:ext cx="3959911" cy="191363"/>
          </a:xfrm>
          <a:prstGeom prst="roundRect">
            <a:avLst/>
          </a:prstGeom>
          <a:solidFill>
            <a:schemeClr val="bg2">
              <a:lumMod val="75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27" name="楕円 26">
            <a:extLst>
              <a:ext uri="{FF2B5EF4-FFF2-40B4-BE49-F238E27FC236}">
                <a16:creationId xmlns:a16="http://schemas.microsoft.com/office/drawing/2014/main" id="{BA65C6AE-DA3B-473A-92B1-0ACCAC5D9440}"/>
              </a:ext>
            </a:extLst>
          </p:cNvPr>
          <p:cNvSpPr/>
          <p:nvPr/>
        </p:nvSpPr>
        <p:spPr>
          <a:xfrm>
            <a:off x="8240560" y="4365483"/>
            <a:ext cx="342530" cy="34253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28" name="四角形: 角を丸くする 27">
            <a:extLst>
              <a:ext uri="{FF2B5EF4-FFF2-40B4-BE49-F238E27FC236}">
                <a16:creationId xmlns:a16="http://schemas.microsoft.com/office/drawing/2014/main" id="{D67BFA09-94D8-47AC-83AB-9FC2CE86DE5F}"/>
              </a:ext>
            </a:extLst>
          </p:cNvPr>
          <p:cNvSpPr/>
          <p:nvPr/>
        </p:nvSpPr>
        <p:spPr>
          <a:xfrm>
            <a:off x="6431870" y="5132299"/>
            <a:ext cx="3959911" cy="191363"/>
          </a:xfrm>
          <a:prstGeom prst="roundRect">
            <a:avLst/>
          </a:prstGeom>
          <a:solidFill>
            <a:schemeClr val="bg2">
              <a:lumMod val="75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29" name="楕円 28">
            <a:extLst>
              <a:ext uri="{FF2B5EF4-FFF2-40B4-BE49-F238E27FC236}">
                <a16:creationId xmlns:a16="http://schemas.microsoft.com/office/drawing/2014/main" id="{2C747F50-C1A0-4C1E-B1A1-F1B8327AB8BD}"/>
              </a:ext>
            </a:extLst>
          </p:cNvPr>
          <p:cNvSpPr/>
          <p:nvPr/>
        </p:nvSpPr>
        <p:spPr>
          <a:xfrm>
            <a:off x="8240560" y="5056715"/>
            <a:ext cx="342530" cy="34253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30" name="四角形: 角を丸くする 29">
            <a:extLst>
              <a:ext uri="{FF2B5EF4-FFF2-40B4-BE49-F238E27FC236}">
                <a16:creationId xmlns:a16="http://schemas.microsoft.com/office/drawing/2014/main" id="{6C970A39-063F-41EC-A156-056C1C06C65E}"/>
              </a:ext>
            </a:extLst>
          </p:cNvPr>
          <p:cNvSpPr/>
          <p:nvPr/>
        </p:nvSpPr>
        <p:spPr>
          <a:xfrm>
            <a:off x="6455899" y="5823531"/>
            <a:ext cx="1808690" cy="342530"/>
          </a:xfrm>
          <a:prstGeom prst="roundRect">
            <a:avLst/>
          </a:prstGeom>
          <a:solidFill>
            <a:schemeClr val="bg2">
              <a:lumMod val="25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kumimoji="1" lang="en-US" altLang="ja-JP" dirty="0"/>
              <a:t>OFF</a:t>
            </a:r>
            <a:endParaRPr kumimoji="1" lang="ja-JP" altLang="en-US" dirty="0"/>
          </a:p>
        </p:txBody>
      </p:sp>
      <p:sp>
        <p:nvSpPr>
          <p:cNvPr id="32" name="テキスト ボックス 31">
            <a:extLst>
              <a:ext uri="{FF2B5EF4-FFF2-40B4-BE49-F238E27FC236}">
                <a16:creationId xmlns:a16="http://schemas.microsoft.com/office/drawing/2014/main" id="{9B343E76-67B2-492B-8FCA-5F51BCA6CDE4}"/>
              </a:ext>
            </a:extLst>
          </p:cNvPr>
          <p:cNvSpPr txBox="1"/>
          <p:nvPr/>
        </p:nvSpPr>
        <p:spPr>
          <a:xfrm>
            <a:off x="6431870" y="2605143"/>
            <a:ext cx="3959911" cy="369332"/>
          </a:xfrm>
          <a:prstGeom prst="rect">
            <a:avLst/>
          </a:prstGeom>
          <a:noFill/>
        </p:spPr>
        <p:txBody>
          <a:bodyPr wrap="square" rtlCol="0">
            <a:spAutoFit/>
          </a:bodyPr>
          <a:lstStyle/>
          <a:p>
            <a:r>
              <a:rPr kumimoji="1" lang="ja-JP" altLang="en-US" dirty="0"/>
              <a:t>０％　　　　　　　　　　１００％</a:t>
            </a:r>
          </a:p>
        </p:txBody>
      </p:sp>
      <p:sp>
        <p:nvSpPr>
          <p:cNvPr id="33" name="テキスト ボックス 32">
            <a:extLst>
              <a:ext uri="{FF2B5EF4-FFF2-40B4-BE49-F238E27FC236}">
                <a16:creationId xmlns:a16="http://schemas.microsoft.com/office/drawing/2014/main" id="{6873BE97-23CB-4E55-BF28-295E3ADAA3A9}"/>
              </a:ext>
            </a:extLst>
          </p:cNvPr>
          <p:cNvSpPr txBox="1"/>
          <p:nvPr/>
        </p:nvSpPr>
        <p:spPr>
          <a:xfrm>
            <a:off x="6431869" y="3285054"/>
            <a:ext cx="3959911" cy="369332"/>
          </a:xfrm>
          <a:prstGeom prst="rect">
            <a:avLst/>
          </a:prstGeom>
          <a:noFill/>
        </p:spPr>
        <p:txBody>
          <a:bodyPr wrap="square" rtlCol="0">
            <a:spAutoFit/>
          </a:bodyPr>
          <a:lstStyle/>
          <a:p>
            <a:r>
              <a:rPr kumimoji="1" lang="ja-JP" altLang="en-US" dirty="0"/>
              <a:t>０％　　　　　　　　　　１００％</a:t>
            </a:r>
          </a:p>
        </p:txBody>
      </p:sp>
      <p:sp>
        <p:nvSpPr>
          <p:cNvPr id="34" name="テキスト ボックス 33">
            <a:extLst>
              <a:ext uri="{FF2B5EF4-FFF2-40B4-BE49-F238E27FC236}">
                <a16:creationId xmlns:a16="http://schemas.microsoft.com/office/drawing/2014/main" id="{B6B8A5B0-0CE3-4FD6-9A5D-49748204AA75}"/>
              </a:ext>
            </a:extLst>
          </p:cNvPr>
          <p:cNvSpPr txBox="1"/>
          <p:nvPr/>
        </p:nvSpPr>
        <p:spPr>
          <a:xfrm>
            <a:off x="6422455" y="4066237"/>
            <a:ext cx="3959911" cy="369332"/>
          </a:xfrm>
          <a:prstGeom prst="rect">
            <a:avLst/>
          </a:prstGeom>
          <a:noFill/>
        </p:spPr>
        <p:txBody>
          <a:bodyPr wrap="square" rtlCol="0">
            <a:spAutoFit/>
          </a:bodyPr>
          <a:lstStyle/>
          <a:p>
            <a:r>
              <a:rPr kumimoji="1" lang="ja-JP" altLang="en-US" dirty="0"/>
              <a:t>０％　　　　　　　　　　１００％</a:t>
            </a:r>
          </a:p>
        </p:txBody>
      </p:sp>
      <p:sp>
        <p:nvSpPr>
          <p:cNvPr id="35" name="テキスト ボックス 34">
            <a:extLst>
              <a:ext uri="{FF2B5EF4-FFF2-40B4-BE49-F238E27FC236}">
                <a16:creationId xmlns:a16="http://schemas.microsoft.com/office/drawing/2014/main" id="{C3C8002D-B818-4A99-8AED-58B83237C911}"/>
              </a:ext>
            </a:extLst>
          </p:cNvPr>
          <p:cNvSpPr txBox="1"/>
          <p:nvPr/>
        </p:nvSpPr>
        <p:spPr>
          <a:xfrm>
            <a:off x="6439827" y="4750532"/>
            <a:ext cx="3959911" cy="369332"/>
          </a:xfrm>
          <a:prstGeom prst="rect">
            <a:avLst/>
          </a:prstGeom>
          <a:noFill/>
        </p:spPr>
        <p:txBody>
          <a:bodyPr wrap="square" rtlCol="0">
            <a:spAutoFit/>
          </a:bodyPr>
          <a:lstStyle/>
          <a:p>
            <a:r>
              <a:rPr kumimoji="1" lang="ja-JP" altLang="en-US" dirty="0"/>
              <a:t>０％　　　　　　　　　　１００％</a:t>
            </a:r>
          </a:p>
        </p:txBody>
      </p:sp>
      <p:sp>
        <p:nvSpPr>
          <p:cNvPr id="36" name="四角形: 角を丸くする 35">
            <a:extLst>
              <a:ext uri="{FF2B5EF4-FFF2-40B4-BE49-F238E27FC236}">
                <a16:creationId xmlns:a16="http://schemas.microsoft.com/office/drawing/2014/main" id="{93EE2EC2-016A-42CA-A877-EAAEA85C736A}"/>
              </a:ext>
            </a:extLst>
          </p:cNvPr>
          <p:cNvSpPr/>
          <p:nvPr/>
        </p:nvSpPr>
        <p:spPr>
          <a:xfrm>
            <a:off x="8473954" y="5823531"/>
            <a:ext cx="1808690" cy="342530"/>
          </a:xfrm>
          <a:prstGeom prst="roundRect">
            <a:avLst/>
          </a:prstGeom>
          <a:solidFill>
            <a:schemeClr val="bg2">
              <a:lumMod val="75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kumimoji="1" lang="en-US" altLang="ja-JP" dirty="0"/>
              <a:t>ON</a:t>
            </a:r>
            <a:endParaRPr kumimoji="1" lang="ja-JP" altLang="en-US" dirty="0"/>
          </a:p>
        </p:txBody>
      </p:sp>
    </p:spTree>
    <p:extLst>
      <p:ext uri="{BB962C8B-B14F-4D97-AF65-F5344CB8AC3E}">
        <p14:creationId xmlns:p14="http://schemas.microsoft.com/office/powerpoint/2010/main" val="694884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8DC865F-1909-438A-B2FB-B0A0346253D9}"/>
              </a:ext>
            </a:extLst>
          </p:cNvPr>
          <p:cNvSpPr>
            <a:spLocks noGrp="1"/>
          </p:cNvSpPr>
          <p:nvPr>
            <p:ph type="title"/>
          </p:nvPr>
        </p:nvSpPr>
        <p:spPr/>
        <p:txBody>
          <a:bodyPr/>
          <a:lstStyle/>
          <a:p>
            <a:r>
              <a:rPr lang="ja-JP" altLang="en-US" dirty="0"/>
              <a:t>ゲーム開始（</a:t>
            </a:r>
            <a:r>
              <a:rPr lang="en-US" altLang="ja-JP" dirty="0"/>
              <a:t>UI</a:t>
            </a:r>
            <a:r>
              <a:rPr lang="ja-JP" altLang="en-US" dirty="0"/>
              <a:t>）</a:t>
            </a:r>
            <a:endParaRPr kumimoji="1" lang="ja-JP" altLang="en-US" dirty="0"/>
          </a:p>
        </p:txBody>
      </p:sp>
      <p:sp>
        <p:nvSpPr>
          <p:cNvPr id="4" name="正方形/長方形 3">
            <a:extLst>
              <a:ext uri="{FF2B5EF4-FFF2-40B4-BE49-F238E27FC236}">
                <a16:creationId xmlns:a16="http://schemas.microsoft.com/office/drawing/2014/main" id="{347E9679-04E1-4978-9187-AC07295CAC5D}"/>
              </a:ext>
            </a:extLst>
          </p:cNvPr>
          <p:cNvSpPr/>
          <p:nvPr/>
        </p:nvSpPr>
        <p:spPr>
          <a:xfrm>
            <a:off x="1047565" y="1535837"/>
            <a:ext cx="10191565" cy="52200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円: 塗りつぶしなし 9">
            <a:extLst>
              <a:ext uri="{FF2B5EF4-FFF2-40B4-BE49-F238E27FC236}">
                <a16:creationId xmlns:a16="http://schemas.microsoft.com/office/drawing/2014/main" id="{C279B7C3-4415-4D9E-932F-8FFC0FF380BE}"/>
              </a:ext>
            </a:extLst>
          </p:cNvPr>
          <p:cNvSpPr/>
          <p:nvPr/>
        </p:nvSpPr>
        <p:spPr>
          <a:xfrm>
            <a:off x="5909569" y="3735765"/>
            <a:ext cx="372862" cy="372862"/>
          </a:xfrm>
          <a:prstGeom prst="donut">
            <a:avLst>
              <a:gd name="adj" fmla="val 9326"/>
            </a:avLst>
          </a:prstGeom>
          <a:ln>
            <a:solidFill>
              <a:schemeClr val="accent2"/>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solidFill>
                <a:schemeClr val="tx1"/>
              </a:solidFill>
            </a:endParaRPr>
          </a:p>
        </p:txBody>
      </p:sp>
      <p:sp>
        <p:nvSpPr>
          <p:cNvPr id="11" name="円: 塗りつぶしなし 10">
            <a:extLst>
              <a:ext uri="{FF2B5EF4-FFF2-40B4-BE49-F238E27FC236}">
                <a16:creationId xmlns:a16="http://schemas.microsoft.com/office/drawing/2014/main" id="{F406831C-D31E-4147-A6C9-B8F085877310}"/>
              </a:ext>
            </a:extLst>
          </p:cNvPr>
          <p:cNvSpPr/>
          <p:nvPr/>
        </p:nvSpPr>
        <p:spPr>
          <a:xfrm>
            <a:off x="5981330" y="3807526"/>
            <a:ext cx="229340" cy="229340"/>
          </a:xfrm>
          <a:prstGeom prst="donut">
            <a:avLst>
              <a:gd name="adj" fmla="val 9326"/>
            </a:avLst>
          </a:prstGeom>
          <a:ln>
            <a:solidFill>
              <a:schemeClr val="accent2"/>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solidFill>
                <a:schemeClr val="tx1"/>
              </a:solidFill>
            </a:endParaRPr>
          </a:p>
        </p:txBody>
      </p:sp>
      <p:sp>
        <p:nvSpPr>
          <p:cNvPr id="7" name="四角形: 角度付き 6">
            <a:extLst>
              <a:ext uri="{FF2B5EF4-FFF2-40B4-BE49-F238E27FC236}">
                <a16:creationId xmlns:a16="http://schemas.microsoft.com/office/drawing/2014/main" id="{FB430176-3509-4D24-BD03-6BA52EF04E6D}"/>
              </a:ext>
            </a:extLst>
          </p:cNvPr>
          <p:cNvSpPr/>
          <p:nvPr/>
        </p:nvSpPr>
        <p:spPr>
          <a:xfrm>
            <a:off x="1207363" y="3807526"/>
            <a:ext cx="1651247" cy="1651247"/>
          </a:xfrm>
          <a:prstGeom prst="bevel">
            <a:avLst/>
          </a:prstGeom>
          <a:solidFill>
            <a:schemeClr val="tx2">
              <a:lumMod val="60000"/>
              <a:lumOff val="40000"/>
              <a:alpha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楕円 11">
            <a:extLst>
              <a:ext uri="{FF2B5EF4-FFF2-40B4-BE49-F238E27FC236}">
                <a16:creationId xmlns:a16="http://schemas.microsoft.com/office/drawing/2014/main" id="{12255091-2C58-43DD-B7CD-CCE1178A2955}"/>
              </a:ext>
            </a:extLst>
          </p:cNvPr>
          <p:cNvSpPr/>
          <p:nvPr/>
        </p:nvSpPr>
        <p:spPr>
          <a:xfrm>
            <a:off x="1448667" y="4035017"/>
            <a:ext cx="1168637" cy="1168637"/>
          </a:xfrm>
          <a:prstGeom prst="ellipse">
            <a:avLst/>
          </a:prstGeom>
          <a:solidFill>
            <a:schemeClr val="lt1">
              <a:alpha val="6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14" name="四角形: 対角を切り取る 13">
            <a:extLst>
              <a:ext uri="{FF2B5EF4-FFF2-40B4-BE49-F238E27FC236}">
                <a16:creationId xmlns:a16="http://schemas.microsoft.com/office/drawing/2014/main" id="{422D127F-C700-4F9A-B918-0FF4FBDC35C6}"/>
              </a:ext>
            </a:extLst>
          </p:cNvPr>
          <p:cNvSpPr/>
          <p:nvPr/>
        </p:nvSpPr>
        <p:spPr>
          <a:xfrm>
            <a:off x="4813177" y="1576018"/>
            <a:ext cx="2192784" cy="372862"/>
          </a:xfrm>
          <a:prstGeom prst="snip2DiagRect">
            <a:avLst>
              <a:gd name="adj1" fmla="val 0"/>
              <a:gd name="adj2" fmla="val 50000"/>
            </a:avLst>
          </a:prstGeom>
          <a:solidFill>
            <a:schemeClr val="tx2">
              <a:lumMod val="75000"/>
            </a:schemeClr>
          </a:solidFill>
          <a:ln w="57150">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kumimoji="1" lang="en-US" altLang="ja-JP" dirty="0"/>
              <a:t>TIME:100</a:t>
            </a:r>
            <a:endParaRPr kumimoji="1" lang="ja-JP" altLang="en-US" dirty="0"/>
          </a:p>
        </p:txBody>
      </p:sp>
      <p:sp>
        <p:nvSpPr>
          <p:cNvPr id="15" name="四角形: 対角を切り取る 14">
            <a:extLst>
              <a:ext uri="{FF2B5EF4-FFF2-40B4-BE49-F238E27FC236}">
                <a16:creationId xmlns:a16="http://schemas.microsoft.com/office/drawing/2014/main" id="{EC97CC6C-34CA-464F-B089-7A6CB5B09F71}"/>
              </a:ext>
            </a:extLst>
          </p:cNvPr>
          <p:cNvSpPr/>
          <p:nvPr/>
        </p:nvSpPr>
        <p:spPr>
          <a:xfrm>
            <a:off x="8121959" y="1576018"/>
            <a:ext cx="2192784" cy="372862"/>
          </a:xfrm>
          <a:prstGeom prst="snip2DiagRect">
            <a:avLst>
              <a:gd name="adj1" fmla="val 50000"/>
              <a:gd name="adj2" fmla="val 0"/>
            </a:avLst>
          </a:prstGeom>
          <a:solidFill>
            <a:schemeClr val="tx2">
              <a:lumMod val="75000"/>
            </a:schemeClr>
          </a:solidFill>
          <a:ln w="57150">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kumimoji="1" lang="en-US" altLang="ja-JP" dirty="0"/>
              <a:t>SCORE:000000</a:t>
            </a:r>
            <a:endParaRPr kumimoji="1" lang="ja-JP" altLang="en-US" dirty="0"/>
          </a:p>
        </p:txBody>
      </p:sp>
      <p:sp>
        <p:nvSpPr>
          <p:cNvPr id="16" name="正方形/長方形 15">
            <a:extLst>
              <a:ext uri="{FF2B5EF4-FFF2-40B4-BE49-F238E27FC236}">
                <a16:creationId xmlns:a16="http://schemas.microsoft.com/office/drawing/2014/main" id="{325D1B01-1E19-419A-A208-BD7228D31B76}"/>
              </a:ext>
            </a:extLst>
          </p:cNvPr>
          <p:cNvSpPr/>
          <p:nvPr/>
        </p:nvSpPr>
        <p:spPr>
          <a:xfrm>
            <a:off x="6842002" y="1553158"/>
            <a:ext cx="1475228" cy="100522"/>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6E70FCEF-6D39-4E45-859D-699A4BA2F727}"/>
              </a:ext>
            </a:extLst>
          </p:cNvPr>
          <p:cNvSpPr/>
          <p:nvPr/>
        </p:nvSpPr>
        <p:spPr>
          <a:xfrm>
            <a:off x="10338435" y="1555698"/>
            <a:ext cx="893075" cy="100522"/>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18" name="正方形/長方形 17">
            <a:extLst>
              <a:ext uri="{FF2B5EF4-FFF2-40B4-BE49-F238E27FC236}">
                <a16:creationId xmlns:a16="http://schemas.microsoft.com/office/drawing/2014/main" id="{1300B866-10F6-4BA7-9BA5-3D5D0EBDB14A}"/>
              </a:ext>
            </a:extLst>
          </p:cNvPr>
          <p:cNvSpPr/>
          <p:nvPr/>
        </p:nvSpPr>
        <p:spPr>
          <a:xfrm>
            <a:off x="1047565" y="1559254"/>
            <a:ext cx="3741920" cy="13753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20" name="四角形: 対角を切り取る 19">
            <a:extLst>
              <a:ext uri="{FF2B5EF4-FFF2-40B4-BE49-F238E27FC236}">
                <a16:creationId xmlns:a16="http://schemas.microsoft.com/office/drawing/2014/main" id="{B8C316AB-3400-47B7-9F59-8B35559456FE}"/>
              </a:ext>
            </a:extLst>
          </p:cNvPr>
          <p:cNvSpPr/>
          <p:nvPr/>
        </p:nvSpPr>
        <p:spPr>
          <a:xfrm>
            <a:off x="9218351" y="3949618"/>
            <a:ext cx="1917132" cy="1463883"/>
          </a:xfrm>
          <a:prstGeom prst="snip2DiagRect">
            <a:avLst>
              <a:gd name="adj1" fmla="val 15738"/>
              <a:gd name="adj2" fmla="val 12930"/>
            </a:avLst>
          </a:prstGeom>
          <a:solidFill>
            <a:schemeClr val="tx2">
              <a:lumMod val="75000"/>
              <a:alpha val="60000"/>
            </a:schemeClr>
          </a:solidFill>
          <a:ln w="57150">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dirty="0"/>
          </a:p>
        </p:txBody>
      </p:sp>
      <p:sp>
        <p:nvSpPr>
          <p:cNvPr id="21" name="テキスト ボックス 20">
            <a:extLst>
              <a:ext uri="{FF2B5EF4-FFF2-40B4-BE49-F238E27FC236}">
                <a16:creationId xmlns:a16="http://schemas.microsoft.com/office/drawing/2014/main" id="{B93BB916-832D-4CE0-A77C-46C42210F941}"/>
              </a:ext>
            </a:extLst>
          </p:cNvPr>
          <p:cNvSpPr txBox="1"/>
          <p:nvPr/>
        </p:nvSpPr>
        <p:spPr>
          <a:xfrm>
            <a:off x="9248757" y="4145872"/>
            <a:ext cx="1371600" cy="369332"/>
          </a:xfrm>
          <a:prstGeom prst="rect">
            <a:avLst/>
          </a:prstGeom>
          <a:noFill/>
        </p:spPr>
        <p:txBody>
          <a:bodyPr wrap="square" rtlCol="0">
            <a:spAutoFit/>
          </a:bodyPr>
          <a:lstStyle/>
          <a:p>
            <a:r>
              <a:rPr kumimoji="1" lang="ja-JP" altLang="en-US" dirty="0">
                <a:solidFill>
                  <a:schemeClr val="bg1"/>
                </a:solidFill>
              </a:rPr>
              <a:t>～～～～～</a:t>
            </a:r>
          </a:p>
        </p:txBody>
      </p:sp>
      <p:sp>
        <p:nvSpPr>
          <p:cNvPr id="22" name="テキスト ボックス 21">
            <a:extLst>
              <a:ext uri="{FF2B5EF4-FFF2-40B4-BE49-F238E27FC236}">
                <a16:creationId xmlns:a16="http://schemas.microsoft.com/office/drawing/2014/main" id="{A5440B86-CFD4-474B-B1C6-3A3251EEF9B6}"/>
              </a:ext>
            </a:extLst>
          </p:cNvPr>
          <p:cNvSpPr txBox="1"/>
          <p:nvPr/>
        </p:nvSpPr>
        <p:spPr>
          <a:xfrm>
            <a:off x="9233554" y="4515204"/>
            <a:ext cx="1371600" cy="369332"/>
          </a:xfrm>
          <a:prstGeom prst="rect">
            <a:avLst/>
          </a:prstGeom>
          <a:noFill/>
        </p:spPr>
        <p:txBody>
          <a:bodyPr wrap="square" rtlCol="0">
            <a:spAutoFit/>
          </a:bodyPr>
          <a:lstStyle/>
          <a:p>
            <a:r>
              <a:rPr kumimoji="1" lang="ja-JP" altLang="en-US" dirty="0">
                <a:solidFill>
                  <a:schemeClr val="bg1"/>
                </a:solidFill>
              </a:rPr>
              <a:t>～～～～～</a:t>
            </a:r>
          </a:p>
        </p:txBody>
      </p:sp>
      <p:sp>
        <p:nvSpPr>
          <p:cNvPr id="23" name="テキスト ボックス 22">
            <a:extLst>
              <a:ext uri="{FF2B5EF4-FFF2-40B4-BE49-F238E27FC236}">
                <a16:creationId xmlns:a16="http://schemas.microsoft.com/office/drawing/2014/main" id="{B8181C57-D365-4102-8C16-64C8A9A7DD00}"/>
              </a:ext>
            </a:extLst>
          </p:cNvPr>
          <p:cNvSpPr txBox="1"/>
          <p:nvPr/>
        </p:nvSpPr>
        <p:spPr>
          <a:xfrm>
            <a:off x="9248757" y="4896124"/>
            <a:ext cx="1371600" cy="369332"/>
          </a:xfrm>
          <a:prstGeom prst="rect">
            <a:avLst/>
          </a:prstGeom>
          <a:noFill/>
        </p:spPr>
        <p:txBody>
          <a:bodyPr wrap="square" rtlCol="0">
            <a:spAutoFit/>
          </a:bodyPr>
          <a:lstStyle/>
          <a:p>
            <a:r>
              <a:rPr kumimoji="1" lang="ja-JP" altLang="en-US" dirty="0">
                <a:solidFill>
                  <a:schemeClr val="bg1"/>
                </a:solidFill>
              </a:rPr>
              <a:t>～～～～～</a:t>
            </a:r>
          </a:p>
        </p:txBody>
      </p:sp>
      <p:sp>
        <p:nvSpPr>
          <p:cNvPr id="24" name="楕円 23">
            <a:extLst>
              <a:ext uri="{FF2B5EF4-FFF2-40B4-BE49-F238E27FC236}">
                <a16:creationId xmlns:a16="http://schemas.microsoft.com/office/drawing/2014/main" id="{ED52257A-7C23-454B-B2EF-80785B2811F5}"/>
              </a:ext>
            </a:extLst>
          </p:cNvPr>
          <p:cNvSpPr/>
          <p:nvPr/>
        </p:nvSpPr>
        <p:spPr>
          <a:xfrm>
            <a:off x="10650763" y="4111005"/>
            <a:ext cx="333472" cy="333472"/>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25" name="楕円 24">
            <a:extLst>
              <a:ext uri="{FF2B5EF4-FFF2-40B4-BE49-F238E27FC236}">
                <a16:creationId xmlns:a16="http://schemas.microsoft.com/office/drawing/2014/main" id="{F4614126-B1B7-4F3F-92C7-61E965F0D6CD}"/>
              </a:ext>
            </a:extLst>
          </p:cNvPr>
          <p:cNvSpPr/>
          <p:nvPr/>
        </p:nvSpPr>
        <p:spPr>
          <a:xfrm>
            <a:off x="10662986" y="4497274"/>
            <a:ext cx="333472" cy="333472"/>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26" name="楕円 25">
            <a:extLst>
              <a:ext uri="{FF2B5EF4-FFF2-40B4-BE49-F238E27FC236}">
                <a16:creationId xmlns:a16="http://schemas.microsoft.com/office/drawing/2014/main" id="{3075AF5D-CEC3-45E2-B503-F5F4303127AD}"/>
              </a:ext>
            </a:extLst>
          </p:cNvPr>
          <p:cNvSpPr/>
          <p:nvPr/>
        </p:nvSpPr>
        <p:spPr>
          <a:xfrm>
            <a:off x="10662986" y="4896124"/>
            <a:ext cx="333472" cy="333472"/>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pic>
        <p:nvPicPr>
          <p:cNvPr id="27" name="図 26">
            <a:extLst>
              <a:ext uri="{FF2B5EF4-FFF2-40B4-BE49-F238E27FC236}">
                <a16:creationId xmlns:a16="http://schemas.microsoft.com/office/drawing/2014/main" id="{000983AB-B2D3-41C4-BAE6-8DB57554B9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47070" y="4633149"/>
            <a:ext cx="1727200" cy="1107566"/>
          </a:xfrm>
          <a:prstGeom prst="rect">
            <a:avLst/>
          </a:prstGeom>
        </p:spPr>
      </p:pic>
      <p:sp>
        <p:nvSpPr>
          <p:cNvPr id="28" name="四角形: 対角を丸める 27">
            <a:extLst>
              <a:ext uri="{FF2B5EF4-FFF2-40B4-BE49-F238E27FC236}">
                <a16:creationId xmlns:a16="http://schemas.microsoft.com/office/drawing/2014/main" id="{085A2B51-53CF-4035-9218-0249BF648434}"/>
              </a:ext>
            </a:extLst>
          </p:cNvPr>
          <p:cNvSpPr/>
          <p:nvPr/>
        </p:nvSpPr>
        <p:spPr>
          <a:xfrm>
            <a:off x="9218351" y="2110267"/>
            <a:ext cx="1811348" cy="1210072"/>
          </a:xfrm>
          <a:prstGeom prst="round2DiagRect">
            <a:avLst/>
          </a:prstGeom>
          <a:solidFill>
            <a:schemeClr val="accent3">
              <a:alpha val="60000"/>
            </a:schemeClr>
          </a:solidFill>
          <a:ln w="28575">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kumimoji="1" lang="ja-JP" altLang="en-US"/>
          </a:p>
        </p:txBody>
      </p:sp>
      <p:sp>
        <p:nvSpPr>
          <p:cNvPr id="29" name="正方形/長方形 28">
            <a:extLst>
              <a:ext uri="{FF2B5EF4-FFF2-40B4-BE49-F238E27FC236}">
                <a16:creationId xmlns:a16="http://schemas.microsoft.com/office/drawing/2014/main" id="{7E5EFE2E-EA64-407A-891B-469D30DF6196}"/>
              </a:ext>
            </a:extLst>
          </p:cNvPr>
          <p:cNvSpPr/>
          <p:nvPr/>
        </p:nvSpPr>
        <p:spPr>
          <a:xfrm>
            <a:off x="9248757" y="3051975"/>
            <a:ext cx="1778107" cy="240211"/>
          </a:xfrm>
          <a:prstGeom prst="rect">
            <a:avLst/>
          </a:prstGeom>
          <a:solidFill>
            <a:schemeClr val="bg2">
              <a:lumMod val="50000"/>
              <a:alpha val="6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33" name="四角形: 対角を切り取る 32">
            <a:extLst>
              <a:ext uri="{FF2B5EF4-FFF2-40B4-BE49-F238E27FC236}">
                <a16:creationId xmlns:a16="http://schemas.microsoft.com/office/drawing/2014/main" id="{5153CF74-F868-4F7A-A380-87938BD399F8}"/>
              </a:ext>
            </a:extLst>
          </p:cNvPr>
          <p:cNvSpPr/>
          <p:nvPr/>
        </p:nvSpPr>
        <p:spPr>
          <a:xfrm>
            <a:off x="3697709" y="5900185"/>
            <a:ext cx="4423719" cy="372863"/>
          </a:xfrm>
          <a:prstGeom prst="snip2DiagRect">
            <a:avLst>
              <a:gd name="adj1" fmla="val 26630"/>
              <a:gd name="adj2" fmla="val 0"/>
            </a:avLst>
          </a:prstGeom>
          <a:solidFill>
            <a:schemeClr val="bg2">
              <a:lumMod val="9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34" name="四角形: 対角を丸める 33">
            <a:extLst>
              <a:ext uri="{FF2B5EF4-FFF2-40B4-BE49-F238E27FC236}">
                <a16:creationId xmlns:a16="http://schemas.microsoft.com/office/drawing/2014/main" id="{7D6D30BD-64A8-4906-8B4F-36D16EF74D28}"/>
              </a:ext>
            </a:extLst>
          </p:cNvPr>
          <p:cNvSpPr/>
          <p:nvPr/>
        </p:nvSpPr>
        <p:spPr>
          <a:xfrm>
            <a:off x="3830320" y="5968593"/>
            <a:ext cx="2048769" cy="245844"/>
          </a:xfrm>
          <a:prstGeom prst="round2Diag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HP</a:t>
            </a:r>
            <a:endParaRPr kumimoji="1" lang="ja-JP" altLang="en-US" dirty="0"/>
          </a:p>
        </p:txBody>
      </p:sp>
      <p:sp>
        <p:nvSpPr>
          <p:cNvPr id="35" name="四角形: 対角を丸める 34">
            <a:extLst>
              <a:ext uri="{FF2B5EF4-FFF2-40B4-BE49-F238E27FC236}">
                <a16:creationId xmlns:a16="http://schemas.microsoft.com/office/drawing/2014/main" id="{1FB41D92-DF70-4118-9D21-3B8447AF381F}"/>
              </a:ext>
            </a:extLst>
          </p:cNvPr>
          <p:cNvSpPr/>
          <p:nvPr/>
        </p:nvSpPr>
        <p:spPr>
          <a:xfrm>
            <a:off x="5971170" y="5968593"/>
            <a:ext cx="2048769" cy="245844"/>
          </a:xfrm>
          <a:prstGeom prst="round2Diag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SHIELD</a:t>
            </a:r>
            <a:endParaRPr kumimoji="1" lang="ja-JP" altLang="en-US" dirty="0"/>
          </a:p>
        </p:txBody>
      </p:sp>
    </p:spTree>
    <p:extLst>
      <p:ext uri="{BB962C8B-B14F-4D97-AF65-F5344CB8AC3E}">
        <p14:creationId xmlns:p14="http://schemas.microsoft.com/office/powerpoint/2010/main" val="28350605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8DC865F-1909-438A-B2FB-B0A0346253D9}"/>
              </a:ext>
            </a:extLst>
          </p:cNvPr>
          <p:cNvSpPr>
            <a:spLocks noGrp="1"/>
          </p:cNvSpPr>
          <p:nvPr>
            <p:ph type="title"/>
          </p:nvPr>
        </p:nvSpPr>
        <p:spPr/>
        <p:txBody>
          <a:bodyPr/>
          <a:lstStyle/>
          <a:p>
            <a:r>
              <a:rPr lang="ja-JP" altLang="en-US" dirty="0"/>
              <a:t>ゲーム開始（ボス①）</a:t>
            </a:r>
            <a:endParaRPr kumimoji="1" lang="ja-JP" altLang="en-US" dirty="0"/>
          </a:p>
        </p:txBody>
      </p:sp>
      <p:sp>
        <p:nvSpPr>
          <p:cNvPr id="4" name="正方形/長方形 3">
            <a:extLst>
              <a:ext uri="{FF2B5EF4-FFF2-40B4-BE49-F238E27FC236}">
                <a16:creationId xmlns:a16="http://schemas.microsoft.com/office/drawing/2014/main" id="{347E9679-04E1-4978-9187-AC07295CAC5D}"/>
              </a:ext>
            </a:extLst>
          </p:cNvPr>
          <p:cNvSpPr/>
          <p:nvPr/>
        </p:nvSpPr>
        <p:spPr>
          <a:xfrm>
            <a:off x="1047565" y="1535837"/>
            <a:ext cx="10191565" cy="52200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四角形: 角度付き 6">
            <a:extLst>
              <a:ext uri="{FF2B5EF4-FFF2-40B4-BE49-F238E27FC236}">
                <a16:creationId xmlns:a16="http://schemas.microsoft.com/office/drawing/2014/main" id="{FB430176-3509-4D24-BD03-6BA52EF04E6D}"/>
              </a:ext>
            </a:extLst>
          </p:cNvPr>
          <p:cNvSpPr/>
          <p:nvPr/>
        </p:nvSpPr>
        <p:spPr>
          <a:xfrm>
            <a:off x="1207363" y="3807526"/>
            <a:ext cx="1651247" cy="1651247"/>
          </a:xfrm>
          <a:prstGeom prst="bevel">
            <a:avLst/>
          </a:prstGeom>
          <a:solidFill>
            <a:schemeClr val="tx2">
              <a:lumMod val="60000"/>
              <a:lumOff val="40000"/>
              <a:alpha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楕円 11">
            <a:extLst>
              <a:ext uri="{FF2B5EF4-FFF2-40B4-BE49-F238E27FC236}">
                <a16:creationId xmlns:a16="http://schemas.microsoft.com/office/drawing/2014/main" id="{12255091-2C58-43DD-B7CD-CCE1178A2955}"/>
              </a:ext>
            </a:extLst>
          </p:cNvPr>
          <p:cNvSpPr/>
          <p:nvPr/>
        </p:nvSpPr>
        <p:spPr>
          <a:xfrm>
            <a:off x="1448667" y="4035017"/>
            <a:ext cx="1168637" cy="1168637"/>
          </a:xfrm>
          <a:prstGeom prst="ellipse">
            <a:avLst/>
          </a:prstGeom>
          <a:solidFill>
            <a:schemeClr val="lt1">
              <a:alpha val="6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14" name="四角形: 対角を切り取る 13">
            <a:extLst>
              <a:ext uri="{FF2B5EF4-FFF2-40B4-BE49-F238E27FC236}">
                <a16:creationId xmlns:a16="http://schemas.microsoft.com/office/drawing/2014/main" id="{422D127F-C700-4F9A-B918-0FF4FBDC35C6}"/>
              </a:ext>
            </a:extLst>
          </p:cNvPr>
          <p:cNvSpPr/>
          <p:nvPr/>
        </p:nvSpPr>
        <p:spPr>
          <a:xfrm>
            <a:off x="4813177" y="1576018"/>
            <a:ext cx="2192784" cy="372862"/>
          </a:xfrm>
          <a:prstGeom prst="snip2DiagRect">
            <a:avLst>
              <a:gd name="adj1" fmla="val 0"/>
              <a:gd name="adj2" fmla="val 50000"/>
            </a:avLst>
          </a:prstGeom>
          <a:solidFill>
            <a:schemeClr val="tx2">
              <a:lumMod val="75000"/>
            </a:schemeClr>
          </a:solidFill>
          <a:ln w="57150">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kumimoji="1" lang="en-US" altLang="ja-JP" dirty="0"/>
              <a:t>TIME:100</a:t>
            </a:r>
            <a:endParaRPr kumimoji="1" lang="ja-JP" altLang="en-US" dirty="0"/>
          </a:p>
        </p:txBody>
      </p:sp>
      <p:sp>
        <p:nvSpPr>
          <p:cNvPr id="15" name="四角形: 対角を切り取る 14">
            <a:extLst>
              <a:ext uri="{FF2B5EF4-FFF2-40B4-BE49-F238E27FC236}">
                <a16:creationId xmlns:a16="http://schemas.microsoft.com/office/drawing/2014/main" id="{EC97CC6C-34CA-464F-B089-7A6CB5B09F71}"/>
              </a:ext>
            </a:extLst>
          </p:cNvPr>
          <p:cNvSpPr/>
          <p:nvPr/>
        </p:nvSpPr>
        <p:spPr>
          <a:xfrm>
            <a:off x="8121959" y="1576018"/>
            <a:ext cx="2192784" cy="372862"/>
          </a:xfrm>
          <a:prstGeom prst="snip2DiagRect">
            <a:avLst>
              <a:gd name="adj1" fmla="val 50000"/>
              <a:gd name="adj2" fmla="val 0"/>
            </a:avLst>
          </a:prstGeom>
          <a:solidFill>
            <a:schemeClr val="tx2">
              <a:lumMod val="75000"/>
            </a:schemeClr>
          </a:solidFill>
          <a:ln w="57150">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kumimoji="1" lang="en-US" altLang="ja-JP" dirty="0"/>
              <a:t>SCORE:000000</a:t>
            </a:r>
            <a:endParaRPr kumimoji="1" lang="ja-JP" altLang="en-US" dirty="0"/>
          </a:p>
        </p:txBody>
      </p:sp>
      <p:sp>
        <p:nvSpPr>
          <p:cNvPr id="16" name="正方形/長方形 15">
            <a:extLst>
              <a:ext uri="{FF2B5EF4-FFF2-40B4-BE49-F238E27FC236}">
                <a16:creationId xmlns:a16="http://schemas.microsoft.com/office/drawing/2014/main" id="{325D1B01-1E19-419A-A208-BD7228D31B76}"/>
              </a:ext>
            </a:extLst>
          </p:cNvPr>
          <p:cNvSpPr/>
          <p:nvPr/>
        </p:nvSpPr>
        <p:spPr>
          <a:xfrm>
            <a:off x="6842002" y="1553158"/>
            <a:ext cx="1475228" cy="100522"/>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6E70FCEF-6D39-4E45-859D-699A4BA2F727}"/>
              </a:ext>
            </a:extLst>
          </p:cNvPr>
          <p:cNvSpPr/>
          <p:nvPr/>
        </p:nvSpPr>
        <p:spPr>
          <a:xfrm>
            <a:off x="10338435" y="1555698"/>
            <a:ext cx="893075" cy="100522"/>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18" name="正方形/長方形 17">
            <a:extLst>
              <a:ext uri="{FF2B5EF4-FFF2-40B4-BE49-F238E27FC236}">
                <a16:creationId xmlns:a16="http://schemas.microsoft.com/office/drawing/2014/main" id="{1300B866-10F6-4BA7-9BA5-3D5D0EBDB14A}"/>
              </a:ext>
            </a:extLst>
          </p:cNvPr>
          <p:cNvSpPr/>
          <p:nvPr/>
        </p:nvSpPr>
        <p:spPr>
          <a:xfrm>
            <a:off x="1047565" y="1559254"/>
            <a:ext cx="3741920" cy="13753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20" name="四角形: 対角を切り取る 19">
            <a:extLst>
              <a:ext uri="{FF2B5EF4-FFF2-40B4-BE49-F238E27FC236}">
                <a16:creationId xmlns:a16="http://schemas.microsoft.com/office/drawing/2014/main" id="{B8C316AB-3400-47B7-9F59-8B35559456FE}"/>
              </a:ext>
            </a:extLst>
          </p:cNvPr>
          <p:cNvSpPr/>
          <p:nvPr/>
        </p:nvSpPr>
        <p:spPr>
          <a:xfrm>
            <a:off x="9218351" y="3949618"/>
            <a:ext cx="1917132" cy="1463883"/>
          </a:xfrm>
          <a:prstGeom prst="snip2DiagRect">
            <a:avLst>
              <a:gd name="adj1" fmla="val 15738"/>
              <a:gd name="adj2" fmla="val 12930"/>
            </a:avLst>
          </a:prstGeom>
          <a:solidFill>
            <a:schemeClr val="tx2">
              <a:lumMod val="75000"/>
              <a:alpha val="60000"/>
            </a:schemeClr>
          </a:solidFill>
          <a:ln w="57150">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dirty="0"/>
          </a:p>
        </p:txBody>
      </p:sp>
      <p:sp>
        <p:nvSpPr>
          <p:cNvPr id="21" name="テキスト ボックス 20">
            <a:extLst>
              <a:ext uri="{FF2B5EF4-FFF2-40B4-BE49-F238E27FC236}">
                <a16:creationId xmlns:a16="http://schemas.microsoft.com/office/drawing/2014/main" id="{B93BB916-832D-4CE0-A77C-46C42210F941}"/>
              </a:ext>
            </a:extLst>
          </p:cNvPr>
          <p:cNvSpPr txBox="1"/>
          <p:nvPr/>
        </p:nvSpPr>
        <p:spPr>
          <a:xfrm>
            <a:off x="9248757" y="4145872"/>
            <a:ext cx="1371600" cy="369332"/>
          </a:xfrm>
          <a:prstGeom prst="rect">
            <a:avLst/>
          </a:prstGeom>
          <a:noFill/>
        </p:spPr>
        <p:txBody>
          <a:bodyPr wrap="square" rtlCol="0">
            <a:spAutoFit/>
          </a:bodyPr>
          <a:lstStyle/>
          <a:p>
            <a:r>
              <a:rPr kumimoji="1" lang="ja-JP" altLang="en-US" dirty="0">
                <a:solidFill>
                  <a:schemeClr val="bg1"/>
                </a:solidFill>
              </a:rPr>
              <a:t>～～～～～</a:t>
            </a:r>
          </a:p>
        </p:txBody>
      </p:sp>
      <p:sp>
        <p:nvSpPr>
          <p:cNvPr id="22" name="テキスト ボックス 21">
            <a:extLst>
              <a:ext uri="{FF2B5EF4-FFF2-40B4-BE49-F238E27FC236}">
                <a16:creationId xmlns:a16="http://schemas.microsoft.com/office/drawing/2014/main" id="{A5440B86-CFD4-474B-B1C6-3A3251EEF9B6}"/>
              </a:ext>
            </a:extLst>
          </p:cNvPr>
          <p:cNvSpPr txBox="1"/>
          <p:nvPr/>
        </p:nvSpPr>
        <p:spPr>
          <a:xfrm>
            <a:off x="9233554" y="4515204"/>
            <a:ext cx="1371600" cy="369332"/>
          </a:xfrm>
          <a:prstGeom prst="rect">
            <a:avLst/>
          </a:prstGeom>
          <a:noFill/>
        </p:spPr>
        <p:txBody>
          <a:bodyPr wrap="square" rtlCol="0">
            <a:spAutoFit/>
          </a:bodyPr>
          <a:lstStyle/>
          <a:p>
            <a:r>
              <a:rPr kumimoji="1" lang="ja-JP" altLang="en-US" dirty="0">
                <a:solidFill>
                  <a:schemeClr val="bg1"/>
                </a:solidFill>
              </a:rPr>
              <a:t>～～～～～</a:t>
            </a:r>
          </a:p>
        </p:txBody>
      </p:sp>
      <p:sp>
        <p:nvSpPr>
          <p:cNvPr id="23" name="テキスト ボックス 22">
            <a:extLst>
              <a:ext uri="{FF2B5EF4-FFF2-40B4-BE49-F238E27FC236}">
                <a16:creationId xmlns:a16="http://schemas.microsoft.com/office/drawing/2014/main" id="{B8181C57-D365-4102-8C16-64C8A9A7DD00}"/>
              </a:ext>
            </a:extLst>
          </p:cNvPr>
          <p:cNvSpPr txBox="1"/>
          <p:nvPr/>
        </p:nvSpPr>
        <p:spPr>
          <a:xfrm>
            <a:off x="9248757" y="4896124"/>
            <a:ext cx="1371600" cy="369332"/>
          </a:xfrm>
          <a:prstGeom prst="rect">
            <a:avLst/>
          </a:prstGeom>
          <a:noFill/>
        </p:spPr>
        <p:txBody>
          <a:bodyPr wrap="square" rtlCol="0">
            <a:spAutoFit/>
          </a:bodyPr>
          <a:lstStyle/>
          <a:p>
            <a:r>
              <a:rPr kumimoji="1" lang="ja-JP" altLang="en-US" dirty="0">
                <a:solidFill>
                  <a:schemeClr val="bg1"/>
                </a:solidFill>
              </a:rPr>
              <a:t>～～～～～</a:t>
            </a:r>
          </a:p>
        </p:txBody>
      </p:sp>
      <p:sp>
        <p:nvSpPr>
          <p:cNvPr id="24" name="楕円 23">
            <a:extLst>
              <a:ext uri="{FF2B5EF4-FFF2-40B4-BE49-F238E27FC236}">
                <a16:creationId xmlns:a16="http://schemas.microsoft.com/office/drawing/2014/main" id="{ED52257A-7C23-454B-B2EF-80785B2811F5}"/>
              </a:ext>
            </a:extLst>
          </p:cNvPr>
          <p:cNvSpPr/>
          <p:nvPr/>
        </p:nvSpPr>
        <p:spPr>
          <a:xfrm>
            <a:off x="10650763" y="4111005"/>
            <a:ext cx="333472" cy="333472"/>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25" name="楕円 24">
            <a:extLst>
              <a:ext uri="{FF2B5EF4-FFF2-40B4-BE49-F238E27FC236}">
                <a16:creationId xmlns:a16="http://schemas.microsoft.com/office/drawing/2014/main" id="{F4614126-B1B7-4F3F-92C7-61E965F0D6CD}"/>
              </a:ext>
            </a:extLst>
          </p:cNvPr>
          <p:cNvSpPr/>
          <p:nvPr/>
        </p:nvSpPr>
        <p:spPr>
          <a:xfrm>
            <a:off x="10662986" y="4497274"/>
            <a:ext cx="333472" cy="333472"/>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26" name="楕円 25">
            <a:extLst>
              <a:ext uri="{FF2B5EF4-FFF2-40B4-BE49-F238E27FC236}">
                <a16:creationId xmlns:a16="http://schemas.microsoft.com/office/drawing/2014/main" id="{3075AF5D-CEC3-45E2-B503-F5F4303127AD}"/>
              </a:ext>
            </a:extLst>
          </p:cNvPr>
          <p:cNvSpPr/>
          <p:nvPr/>
        </p:nvSpPr>
        <p:spPr>
          <a:xfrm>
            <a:off x="10662986" y="4896124"/>
            <a:ext cx="333472" cy="333472"/>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pic>
        <p:nvPicPr>
          <p:cNvPr id="27" name="図 26">
            <a:extLst>
              <a:ext uri="{FF2B5EF4-FFF2-40B4-BE49-F238E27FC236}">
                <a16:creationId xmlns:a16="http://schemas.microsoft.com/office/drawing/2014/main" id="{000983AB-B2D3-41C4-BAE6-8DB57554B9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47070" y="4633149"/>
            <a:ext cx="1727200" cy="1107566"/>
          </a:xfrm>
          <a:prstGeom prst="rect">
            <a:avLst/>
          </a:prstGeom>
        </p:spPr>
      </p:pic>
      <p:sp>
        <p:nvSpPr>
          <p:cNvPr id="28" name="四角形: 対角を丸める 27">
            <a:extLst>
              <a:ext uri="{FF2B5EF4-FFF2-40B4-BE49-F238E27FC236}">
                <a16:creationId xmlns:a16="http://schemas.microsoft.com/office/drawing/2014/main" id="{085A2B51-53CF-4035-9218-0249BF648434}"/>
              </a:ext>
            </a:extLst>
          </p:cNvPr>
          <p:cNvSpPr/>
          <p:nvPr/>
        </p:nvSpPr>
        <p:spPr>
          <a:xfrm>
            <a:off x="9218351" y="2110267"/>
            <a:ext cx="1811348" cy="1210072"/>
          </a:xfrm>
          <a:prstGeom prst="round2DiagRect">
            <a:avLst/>
          </a:prstGeom>
          <a:solidFill>
            <a:schemeClr val="accent3">
              <a:alpha val="60000"/>
            </a:schemeClr>
          </a:solidFill>
          <a:ln w="28575">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kumimoji="1" lang="ja-JP" altLang="en-US"/>
          </a:p>
        </p:txBody>
      </p:sp>
      <p:sp>
        <p:nvSpPr>
          <p:cNvPr id="29" name="正方形/長方形 28">
            <a:extLst>
              <a:ext uri="{FF2B5EF4-FFF2-40B4-BE49-F238E27FC236}">
                <a16:creationId xmlns:a16="http://schemas.microsoft.com/office/drawing/2014/main" id="{7E5EFE2E-EA64-407A-891B-469D30DF6196}"/>
              </a:ext>
            </a:extLst>
          </p:cNvPr>
          <p:cNvSpPr/>
          <p:nvPr/>
        </p:nvSpPr>
        <p:spPr>
          <a:xfrm>
            <a:off x="9248757" y="3051975"/>
            <a:ext cx="1778107" cy="240211"/>
          </a:xfrm>
          <a:prstGeom prst="rect">
            <a:avLst/>
          </a:prstGeom>
          <a:solidFill>
            <a:schemeClr val="bg2">
              <a:lumMod val="50000"/>
              <a:alpha val="6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33" name="四角形: 対角を切り取る 32">
            <a:extLst>
              <a:ext uri="{FF2B5EF4-FFF2-40B4-BE49-F238E27FC236}">
                <a16:creationId xmlns:a16="http://schemas.microsoft.com/office/drawing/2014/main" id="{5153CF74-F868-4F7A-A380-87938BD399F8}"/>
              </a:ext>
            </a:extLst>
          </p:cNvPr>
          <p:cNvSpPr/>
          <p:nvPr/>
        </p:nvSpPr>
        <p:spPr>
          <a:xfrm>
            <a:off x="3697709" y="5900185"/>
            <a:ext cx="4423719" cy="372863"/>
          </a:xfrm>
          <a:prstGeom prst="snip2DiagRect">
            <a:avLst>
              <a:gd name="adj1" fmla="val 26630"/>
              <a:gd name="adj2" fmla="val 0"/>
            </a:avLst>
          </a:prstGeom>
          <a:solidFill>
            <a:schemeClr val="bg2">
              <a:lumMod val="9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34" name="四角形: 対角を丸める 33">
            <a:extLst>
              <a:ext uri="{FF2B5EF4-FFF2-40B4-BE49-F238E27FC236}">
                <a16:creationId xmlns:a16="http://schemas.microsoft.com/office/drawing/2014/main" id="{7D6D30BD-64A8-4906-8B4F-36D16EF74D28}"/>
              </a:ext>
            </a:extLst>
          </p:cNvPr>
          <p:cNvSpPr/>
          <p:nvPr/>
        </p:nvSpPr>
        <p:spPr>
          <a:xfrm>
            <a:off x="3830320" y="5968593"/>
            <a:ext cx="2048769" cy="245844"/>
          </a:xfrm>
          <a:prstGeom prst="round2Diag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HP</a:t>
            </a:r>
            <a:endParaRPr kumimoji="1" lang="ja-JP" altLang="en-US" dirty="0"/>
          </a:p>
        </p:txBody>
      </p:sp>
      <p:sp>
        <p:nvSpPr>
          <p:cNvPr id="35" name="四角形: 対角を丸める 34">
            <a:extLst>
              <a:ext uri="{FF2B5EF4-FFF2-40B4-BE49-F238E27FC236}">
                <a16:creationId xmlns:a16="http://schemas.microsoft.com/office/drawing/2014/main" id="{1FB41D92-DF70-4118-9D21-3B8447AF381F}"/>
              </a:ext>
            </a:extLst>
          </p:cNvPr>
          <p:cNvSpPr/>
          <p:nvPr/>
        </p:nvSpPr>
        <p:spPr>
          <a:xfrm>
            <a:off x="5971170" y="5968593"/>
            <a:ext cx="2048769" cy="245844"/>
          </a:xfrm>
          <a:prstGeom prst="round2Diag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SHIELD</a:t>
            </a:r>
            <a:endParaRPr kumimoji="1" lang="ja-JP" altLang="en-US" dirty="0"/>
          </a:p>
        </p:txBody>
      </p:sp>
      <p:sp>
        <p:nvSpPr>
          <p:cNvPr id="30" name="四角形: 対角を切り取る 29">
            <a:extLst>
              <a:ext uri="{FF2B5EF4-FFF2-40B4-BE49-F238E27FC236}">
                <a16:creationId xmlns:a16="http://schemas.microsoft.com/office/drawing/2014/main" id="{D38D4BF2-EB3A-4874-818D-5357D852B73C}"/>
              </a:ext>
            </a:extLst>
          </p:cNvPr>
          <p:cNvSpPr/>
          <p:nvPr/>
        </p:nvSpPr>
        <p:spPr>
          <a:xfrm>
            <a:off x="5003894" y="2118570"/>
            <a:ext cx="1811348" cy="137531"/>
          </a:xfrm>
          <a:prstGeom prst="snip2DiagRect">
            <a:avLst>
              <a:gd name="adj1" fmla="val 50000"/>
              <a:gd name="adj2" fmla="val 50000"/>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t>ボスの名前</a:t>
            </a:r>
          </a:p>
        </p:txBody>
      </p:sp>
      <p:sp>
        <p:nvSpPr>
          <p:cNvPr id="31" name="正方形/長方形 30">
            <a:extLst>
              <a:ext uri="{FF2B5EF4-FFF2-40B4-BE49-F238E27FC236}">
                <a16:creationId xmlns:a16="http://schemas.microsoft.com/office/drawing/2014/main" id="{33A2DC54-4CE4-470E-BCD9-689B9E3CE557}"/>
              </a:ext>
            </a:extLst>
          </p:cNvPr>
          <p:cNvSpPr/>
          <p:nvPr/>
        </p:nvSpPr>
        <p:spPr>
          <a:xfrm>
            <a:off x="4302739" y="2259097"/>
            <a:ext cx="3081390" cy="137530"/>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6" name="円: 塗りつぶしなし 35">
            <a:extLst>
              <a:ext uri="{FF2B5EF4-FFF2-40B4-BE49-F238E27FC236}">
                <a16:creationId xmlns:a16="http://schemas.microsoft.com/office/drawing/2014/main" id="{FDDCA861-6513-4A93-8BBD-B9AE310C6F74}"/>
              </a:ext>
            </a:extLst>
          </p:cNvPr>
          <p:cNvSpPr/>
          <p:nvPr/>
        </p:nvSpPr>
        <p:spPr>
          <a:xfrm>
            <a:off x="5909569" y="3735765"/>
            <a:ext cx="372862" cy="372862"/>
          </a:xfrm>
          <a:prstGeom prst="donut">
            <a:avLst>
              <a:gd name="adj" fmla="val 9326"/>
            </a:avLst>
          </a:prstGeom>
          <a:ln>
            <a:solidFill>
              <a:schemeClr val="accent2"/>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solidFill>
                <a:schemeClr val="tx1"/>
              </a:solidFill>
            </a:endParaRPr>
          </a:p>
        </p:txBody>
      </p:sp>
      <p:sp>
        <p:nvSpPr>
          <p:cNvPr id="37" name="円: 塗りつぶしなし 36">
            <a:extLst>
              <a:ext uri="{FF2B5EF4-FFF2-40B4-BE49-F238E27FC236}">
                <a16:creationId xmlns:a16="http://schemas.microsoft.com/office/drawing/2014/main" id="{A6DAAF01-016E-4CE6-BBAF-C51C848DECFD}"/>
              </a:ext>
            </a:extLst>
          </p:cNvPr>
          <p:cNvSpPr/>
          <p:nvPr/>
        </p:nvSpPr>
        <p:spPr>
          <a:xfrm>
            <a:off x="5981330" y="3807526"/>
            <a:ext cx="229340" cy="229340"/>
          </a:xfrm>
          <a:prstGeom prst="donut">
            <a:avLst>
              <a:gd name="adj" fmla="val 9326"/>
            </a:avLst>
          </a:prstGeom>
          <a:ln>
            <a:solidFill>
              <a:schemeClr val="accent2"/>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solidFill>
                <a:schemeClr val="tx1"/>
              </a:solidFill>
            </a:endParaRPr>
          </a:p>
        </p:txBody>
      </p:sp>
    </p:spTree>
    <p:extLst>
      <p:ext uri="{BB962C8B-B14F-4D97-AF65-F5344CB8AC3E}">
        <p14:creationId xmlns:p14="http://schemas.microsoft.com/office/powerpoint/2010/main" val="19694648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8DC865F-1909-438A-B2FB-B0A0346253D9}"/>
              </a:ext>
            </a:extLst>
          </p:cNvPr>
          <p:cNvSpPr>
            <a:spLocks noGrp="1"/>
          </p:cNvSpPr>
          <p:nvPr>
            <p:ph type="title"/>
          </p:nvPr>
        </p:nvSpPr>
        <p:spPr/>
        <p:txBody>
          <a:bodyPr/>
          <a:lstStyle/>
          <a:p>
            <a:r>
              <a:rPr lang="ja-JP" altLang="en-US" dirty="0"/>
              <a:t>ゲーム開始（ボス②）</a:t>
            </a:r>
            <a:endParaRPr kumimoji="1" lang="ja-JP" altLang="en-US" dirty="0"/>
          </a:p>
        </p:txBody>
      </p:sp>
      <p:sp>
        <p:nvSpPr>
          <p:cNvPr id="4" name="正方形/長方形 3">
            <a:extLst>
              <a:ext uri="{FF2B5EF4-FFF2-40B4-BE49-F238E27FC236}">
                <a16:creationId xmlns:a16="http://schemas.microsoft.com/office/drawing/2014/main" id="{347E9679-04E1-4978-9187-AC07295CAC5D}"/>
              </a:ext>
            </a:extLst>
          </p:cNvPr>
          <p:cNvSpPr/>
          <p:nvPr/>
        </p:nvSpPr>
        <p:spPr>
          <a:xfrm>
            <a:off x="1047565" y="1535837"/>
            <a:ext cx="10191565" cy="52200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四角形: 角度付き 6">
            <a:extLst>
              <a:ext uri="{FF2B5EF4-FFF2-40B4-BE49-F238E27FC236}">
                <a16:creationId xmlns:a16="http://schemas.microsoft.com/office/drawing/2014/main" id="{FB430176-3509-4D24-BD03-6BA52EF04E6D}"/>
              </a:ext>
            </a:extLst>
          </p:cNvPr>
          <p:cNvSpPr/>
          <p:nvPr/>
        </p:nvSpPr>
        <p:spPr>
          <a:xfrm>
            <a:off x="1207363" y="3807526"/>
            <a:ext cx="1651247" cy="1651247"/>
          </a:xfrm>
          <a:prstGeom prst="bevel">
            <a:avLst/>
          </a:prstGeom>
          <a:solidFill>
            <a:schemeClr val="tx2">
              <a:lumMod val="60000"/>
              <a:lumOff val="40000"/>
              <a:alpha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楕円 11">
            <a:extLst>
              <a:ext uri="{FF2B5EF4-FFF2-40B4-BE49-F238E27FC236}">
                <a16:creationId xmlns:a16="http://schemas.microsoft.com/office/drawing/2014/main" id="{12255091-2C58-43DD-B7CD-CCE1178A2955}"/>
              </a:ext>
            </a:extLst>
          </p:cNvPr>
          <p:cNvSpPr/>
          <p:nvPr/>
        </p:nvSpPr>
        <p:spPr>
          <a:xfrm>
            <a:off x="1448667" y="4035017"/>
            <a:ext cx="1168637" cy="1168637"/>
          </a:xfrm>
          <a:prstGeom prst="ellipse">
            <a:avLst/>
          </a:prstGeom>
          <a:solidFill>
            <a:schemeClr val="lt1">
              <a:alpha val="6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14" name="四角形: 対角を切り取る 13">
            <a:extLst>
              <a:ext uri="{FF2B5EF4-FFF2-40B4-BE49-F238E27FC236}">
                <a16:creationId xmlns:a16="http://schemas.microsoft.com/office/drawing/2014/main" id="{422D127F-C700-4F9A-B918-0FF4FBDC35C6}"/>
              </a:ext>
            </a:extLst>
          </p:cNvPr>
          <p:cNvSpPr/>
          <p:nvPr/>
        </p:nvSpPr>
        <p:spPr>
          <a:xfrm>
            <a:off x="4813177" y="1576018"/>
            <a:ext cx="2192784" cy="372862"/>
          </a:xfrm>
          <a:prstGeom prst="snip2DiagRect">
            <a:avLst>
              <a:gd name="adj1" fmla="val 0"/>
              <a:gd name="adj2" fmla="val 50000"/>
            </a:avLst>
          </a:prstGeom>
          <a:solidFill>
            <a:schemeClr val="tx2">
              <a:lumMod val="75000"/>
            </a:schemeClr>
          </a:solidFill>
          <a:ln w="57150">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kumimoji="1" lang="en-US" altLang="ja-JP" dirty="0"/>
              <a:t>TIME:100</a:t>
            </a:r>
            <a:endParaRPr kumimoji="1" lang="ja-JP" altLang="en-US" dirty="0"/>
          </a:p>
        </p:txBody>
      </p:sp>
      <p:sp>
        <p:nvSpPr>
          <p:cNvPr id="15" name="四角形: 対角を切り取る 14">
            <a:extLst>
              <a:ext uri="{FF2B5EF4-FFF2-40B4-BE49-F238E27FC236}">
                <a16:creationId xmlns:a16="http://schemas.microsoft.com/office/drawing/2014/main" id="{EC97CC6C-34CA-464F-B089-7A6CB5B09F71}"/>
              </a:ext>
            </a:extLst>
          </p:cNvPr>
          <p:cNvSpPr/>
          <p:nvPr/>
        </p:nvSpPr>
        <p:spPr>
          <a:xfrm>
            <a:off x="8121959" y="1576018"/>
            <a:ext cx="2192784" cy="372862"/>
          </a:xfrm>
          <a:prstGeom prst="snip2DiagRect">
            <a:avLst>
              <a:gd name="adj1" fmla="val 50000"/>
              <a:gd name="adj2" fmla="val 0"/>
            </a:avLst>
          </a:prstGeom>
          <a:solidFill>
            <a:schemeClr val="tx2">
              <a:lumMod val="75000"/>
            </a:schemeClr>
          </a:solidFill>
          <a:ln w="57150">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kumimoji="1" lang="en-US" altLang="ja-JP" dirty="0"/>
              <a:t>SCORE:000000</a:t>
            </a:r>
            <a:endParaRPr kumimoji="1" lang="ja-JP" altLang="en-US" dirty="0"/>
          </a:p>
        </p:txBody>
      </p:sp>
      <p:sp>
        <p:nvSpPr>
          <p:cNvPr id="16" name="正方形/長方形 15">
            <a:extLst>
              <a:ext uri="{FF2B5EF4-FFF2-40B4-BE49-F238E27FC236}">
                <a16:creationId xmlns:a16="http://schemas.microsoft.com/office/drawing/2014/main" id="{325D1B01-1E19-419A-A208-BD7228D31B76}"/>
              </a:ext>
            </a:extLst>
          </p:cNvPr>
          <p:cNvSpPr/>
          <p:nvPr/>
        </p:nvSpPr>
        <p:spPr>
          <a:xfrm>
            <a:off x="6842002" y="1553158"/>
            <a:ext cx="1475228" cy="100522"/>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6E70FCEF-6D39-4E45-859D-699A4BA2F727}"/>
              </a:ext>
            </a:extLst>
          </p:cNvPr>
          <p:cNvSpPr/>
          <p:nvPr/>
        </p:nvSpPr>
        <p:spPr>
          <a:xfrm>
            <a:off x="10338435" y="1555698"/>
            <a:ext cx="893075" cy="100522"/>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18" name="正方形/長方形 17">
            <a:extLst>
              <a:ext uri="{FF2B5EF4-FFF2-40B4-BE49-F238E27FC236}">
                <a16:creationId xmlns:a16="http://schemas.microsoft.com/office/drawing/2014/main" id="{1300B866-10F6-4BA7-9BA5-3D5D0EBDB14A}"/>
              </a:ext>
            </a:extLst>
          </p:cNvPr>
          <p:cNvSpPr/>
          <p:nvPr/>
        </p:nvSpPr>
        <p:spPr>
          <a:xfrm>
            <a:off x="1047565" y="1559254"/>
            <a:ext cx="3741920" cy="13753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20" name="四角形: 対角を切り取る 19">
            <a:extLst>
              <a:ext uri="{FF2B5EF4-FFF2-40B4-BE49-F238E27FC236}">
                <a16:creationId xmlns:a16="http://schemas.microsoft.com/office/drawing/2014/main" id="{B8C316AB-3400-47B7-9F59-8B35559456FE}"/>
              </a:ext>
            </a:extLst>
          </p:cNvPr>
          <p:cNvSpPr/>
          <p:nvPr/>
        </p:nvSpPr>
        <p:spPr>
          <a:xfrm>
            <a:off x="9218351" y="3949618"/>
            <a:ext cx="1917132" cy="1463883"/>
          </a:xfrm>
          <a:prstGeom prst="snip2DiagRect">
            <a:avLst>
              <a:gd name="adj1" fmla="val 15738"/>
              <a:gd name="adj2" fmla="val 12930"/>
            </a:avLst>
          </a:prstGeom>
          <a:solidFill>
            <a:schemeClr val="tx2">
              <a:lumMod val="75000"/>
              <a:alpha val="60000"/>
            </a:schemeClr>
          </a:solidFill>
          <a:ln w="57150">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dirty="0"/>
          </a:p>
        </p:txBody>
      </p:sp>
      <p:sp>
        <p:nvSpPr>
          <p:cNvPr id="21" name="テキスト ボックス 20">
            <a:extLst>
              <a:ext uri="{FF2B5EF4-FFF2-40B4-BE49-F238E27FC236}">
                <a16:creationId xmlns:a16="http://schemas.microsoft.com/office/drawing/2014/main" id="{B93BB916-832D-4CE0-A77C-46C42210F941}"/>
              </a:ext>
            </a:extLst>
          </p:cNvPr>
          <p:cNvSpPr txBox="1"/>
          <p:nvPr/>
        </p:nvSpPr>
        <p:spPr>
          <a:xfrm>
            <a:off x="9248757" y="4145872"/>
            <a:ext cx="1371600" cy="369332"/>
          </a:xfrm>
          <a:prstGeom prst="rect">
            <a:avLst/>
          </a:prstGeom>
          <a:noFill/>
        </p:spPr>
        <p:txBody>
          <a:bodyPr wrap="square" rtlCol="0">
            <a:spAutoFit/>
          </a:bodyPr>
          <a:lstStyle/>
          <a:p>
            <a:r>
              <a:rPr kumimoji="1" lang="ja-JP" altLang="en-US" dirty="0">
                <a:solidFill>
                  <a:schemeClr val="bg1"/>
                </a:solidFill>
              </a:rPr>
              <a:t>～～～～～</a:t>
            </a:r>
          </a:p>
        </p:txBody>
      </p:sp>
      <p:sp>
        <p:nvSpPr>
          <p:cNvPr id="22" name="テキスト ボックス 21">
            <a:extLst>
              <a:ext uri="{FF2B5EF4-FFF2-40B4-BE49-F238E27FC236}">
                <a16:creationId xmlns:a16="http://schemas.microsoft.com/office/drawing/2014/main" id="{A5440B86-CFD4-474B-B1C6-3A3251EEF9B6}"/>
              </a:ext>
            </a:extLst>
          </p:cNvPr>
          <p:cNvSpPr txBox="1"/>
          <p:nvPr/>
        </p:nvSpPr>
        <p:spPr>
          <a:xfrm>
            <a:off x="9233554" y="4515204"/>
            <a:ext cx="1371600" cy="369332"/>
          </a:xfrm>
          <a:prstGeom prst="rect">
            <a:avLst/>
          </a:prstGeom>
          <a:noFill/>
        </p:spPr>
        <p:txBody>
          <a:bodyPr wrap="square" rtlCol="0">
            <a:spAutoFit/>
          </a:bodyPr>
          <a:lstStyle/>
          <a:p>
            <a:r>
              <a:rPr kumimoji="1" lang="ja-JP" altLang="en-US" dirty="0">
                <a:solidFill>
                  <a:schemeClr val="bg1"/>
                </a:solidFill>
              </a:rPr>
              <a:t>～～～～～</a:t>
            </a:r>
          </a:p>
        </p:txBody>
      </p:sp>
      <p:sp>
        <p:nvSpPr>
          <p:cNvPr id="23" name="テキスト ボックス 22">
            <a:extLst>
              <a:ext uri="{FF2B5EF4-FFF2-40B4-BE49-F238E27FC236}">
                <a16:creationId xmlns:a16="http://schemas.microsoft.com/office/drawing/2014/main" id="{B8181C57-D365-4102-8C16-64C8A9A7DD00}"/>
              </a:ext>
            </a:extLst>
          </p:cNvPr>
          <p:cNvSpPr txBox="1"/>
          <p:nvPr/>
        </p:nvSpPr>
        <p:spPr>
          <a:xfrm>
            <a:off x="9248757" y="4896124"/>
            <a:ext cx="1371600" cy="369332"/>
          </a:xfrm>
          <a:prstGeom prst="rect">
            <a:avLst/>
          </a:prstGeom>
          <a:noFill/>
        </p:spPr>
        <p:txBody>
          <a:bodyPr wrap="square" rtlCol="0">
            <a:spAutoFit/>
          </a:bodyPr>
          <a:lstStyle/>
          <a:p>
            <a:r>
              <a:rPr kumimoji="1" lang="ja-JP" altLang="en-US" dirty="0">
                <a:solidFill>
                  <a:schemeClr val="bg1"/>
                </a:solidFill>
              </a:rPr>
              <a:t>～～～～～</a:t>
            </a:r>
          </a:p>
        </p:txBody>
      </p:sp>
      <p:sp>
        <p:nvSpPr>
          <p:cNvPr id="24" name="楕円 23">
            <a:extLst>
              <a:ext uri="{FF2B5EF4-FFF2-40B4-BE49-F238E27FC236}">
                <a16:creationId xmlns:a16="http://schemas.microsoft.com/office/drawing/2014/main" id="{ED52257A-7C23-454B-B2EF-80785B2811F5}"/>
              </a:ext>
            </a:extLst>
          </p:cNvPr>
          <p:cNvSpPr/>
          <p:nvPr/>
        </p:nvSpPr>
        <p:spPr>
          <a:xfrm>
            <a:off x="10650763" y="4111005"/>
            <a:ext cx="333472" cy="333472"/>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25" name="楕円 24">
            <a:extLst>
              <a:ext uri="{FF2B5EF4-FFF2-40B4-BE49-F238E27FC236}">
                <a16:creationId xmlns:a16="http://schemas.microsoft.com/office/drawing/2014/main" id="{F4614126-B1B7-4F3F-92C7-61E965F0D6CD}"/>
              </a:ext>
            </a:extLst>
          </p:cNvPr>
          <p:cNvSpPr/>
          <p:nvPr/>
        </p:nvSpPr>
        <p:spPr>
          <a:xfrm>
            <a:off x="10662986" y="4497274"/>
            <a:ext cx="333472" cy="333472"/>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26" name="楕円 25">
            <a:extLst>
              <a:ext uri="{FF2B5EF4-FFF2-40B4-BE49-F238E27FC236}">
                <a16:creationId xmlns:a16="http://schemas.microsoft.com/office/drawing/2014/main" id="{3075AF5D-CEC3-45E2-B503-F5F4303127AD}"/>
              </a:ext>
            </a:extLst>
          </p:cNvPr>
          <p:cNvSpPr/>
          <p:nvPr/>
        </p:nvSpPr>
        <p:spPr>
          <a:xfrm>
            <a:off x="10662986" y="4896124"/>
            <a:ext cx="333472" cy="333472"/>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pic>
        <p:nvPicPr>
          <p:cNvPr id="27" name="図 26">
            <a:extLst>
              <a:ext uri="{FF2B5EF4-FFF2-40B4-BE49-F238E27FC236}">
                <a16:creationId xmlns:a16="http://schemas.microsoft.com/office/drawing/2014/main" id="{000983AB-B2D3-41C4-BAE6-8DB57554B9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47070" y="4633149"/>
            <a:ext cx="1727200" cy="1107566"/>
          </a:xfrm>
          <a:prstGeom prst="rect">
            <a:avLst/>
          </a:prstGeom>
        </p:spPr>
      </p:pic>
      <p:sp>
        <p:nvSpPr>
          <p:cNvPr id="28" name="四角形: 対角を丸める 27">
            <a:extLst>
              <a:ext uri="{FF2B5EF4-FFF2-40B4-BE49-F238E27FC236}">
                <a16:creationId xmlns:a16="http://schemas.microsoft.com/office/drawing/2014/main" id="{085A2B51-53CF-4035-9218-0249BF648434}"/>
              </a:ext>
            </a:extLst>
          </p:cNvPr>
          <p:cNvSpPr/>
          <p:nvPr/>
        </p:nvSpPr>
        <p:spPr>
          <a:xfrm>
            <a:off x="9218351" y="2110267"/>
            <a:ext cx="1811348" cy="1210072"/>
          </a:xfrm>
          <a:prstGeom prst="round2DiagRect">
            <a:avLst/>
          </a:prstGeom>
          <a:solidFill>
            <a:schemeClr val="accent3">
              <a:alpha val="60000"/>
            </a:schemeClr>
          </a:solidFill>
          <a:ln w="28575">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kumimoji="1" lang="ja-JP" altLang="en-US"/>
          </a:p>
        </p:txBody>
      </p:sp>
      <p:sp>
        <p:nvSpPr>
          <p:cNvPr id="29" name="正方形/長方形 28">
            <a:extLst>
              <a:ext uri="{FF2B5EF4-FFF2-40B4-BE49-F238E27FC236}">
                <a16:creationId xmlns:a16="http://schemas.microsoft.com/office/drawing/2014/main" id="{7E5EFE2E-EA64-407A-891B-469D30DF6196}"/>
              </a:ext>
            </a:extLst>
          </p:cNvPr>
          <p:cNvSpPr/>
          <p:nvPr/>
        </p:nvSpPr>
        <p:spPr>
          <a:xfrm>
            <a:off x="9248757" y="3051975"/>
            <a:ext cx="1778107" cy="240211"/>
          </a:xfrm>
          <a:prstGeom prst="rect">
            <a:avLst/>
          </a:prstGeom>
          <a:solidFill>
            <a:schemeClr val="bg2">
              <a:lumMod val="50000"/>
              <a:alpha val="6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33" name="四角形: 対角を切り取る 32">
            <a:extLst>
              <a:ext uri="{FF2B5EF4-FFF2-40B4-BE49-F238E27FC236}">
                <a16:creationId xmlns:a16="http://schemas.microsoft.com/office/drawing/2014/main" id="{5153CF74-F868-4F7A-A380-87938BD399F8}"/>
              </a:ext>
            </a:extLst>
          </p:cNvPr>
          <p:cNvSpPr/>
          <p:nvPr/>
        </p:nvSpPr>
        <p:spPr>
          <a:xfrm>
            <a:off x="3697709" y="5900185"/>
            <a:ext cx="4423719" cy="372863"/>
          </a:xfrm>
          <a:prstGeom prst="snip2DiagRect">
            <a:avLst>
              <a:gd name="adj1" fmla="val 26630"/>
              <a:gd name="adj2" fmla="val 0"/>
            </a:avLst>
          </a:prstGeom>
          <a:solidFill>
            <a:schemeClr val="bg2">
              <a:lumMod val="9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34" name="四角形: 対角を丸める 33">
            <a:extLst>
              <a:ext uri="{FF2B5EF4-FFF2-40B4-BE49-F238E27FC236}">
                <a16:creationId xmlns:a16="http://schemas.microsoft.com/office/drawing/2014/main" id="{7D6D30BD-64A8-4906-8B4F-36D16EF74D28}"/>
              </a:ext>
            </a:extLst>
          </p:cNvPr>
          <p:cNvSpPr/>
          <p:nvPr/>
        </p:nvSpPr>
        <p:spPr>
          <a:xfrm>
            <a:off x="3830320" y="5968593"/>
            <a:ext cx="2048769" cy="245844"/>
          </a:xfrm>
          <a:prstGeom prst="round2Diag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HP</a:t>
            </a:r>
            <a:endParaRPr kumimoji="1" lang="ja-JP" altLang="en-US" dirty="0"/>
          </a:p>
        </p:txBody>
      </p:sp>
      <p:sp>
        <p:nvSpPr>
          <p:cNvPr id="35" name="四角形: 対角を丸める 34">
            <a:extLst>
              <a:ext uri="{FF2B5EF4-FFF2-40B4-BE49-F238E27FC236}">
                <a16:creationId xmlns:a16="http://schemas.microsoft.com/office/drawing/2014/main" id="{1FB41D92-DF70-4118-9D21-3B8447AF381F}"/>
              </a:ext>
            </a:extLst>
          </p:cNvPr>
          <p:cNvSpPr/>
          <p:nvPr/>
        </p:nvSpPr>
        <p:spPr>
          <a:xfrm>
            <a:off x="5971170" y="5968593"/>
            <a:ext cx="2048769" cy="245844"/>
          </a:xfrm>
          <a:prstGeom prst="round2Diag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SHIELD</a:t>
            </a:r>
            <a:endParaRPr kumimoji="1" lang="ja-JP" altLang="en-US" dirty="0"/>
          </a:p>
        </p:txBody>
      </p:sp>
      <p:sp>
        <p:nvSpPr>
          <p:cNvPr id="30" name="四角形: 対角を切り取る 29">
            <a:extLst>
              <a:ext uri="{FF2B5EF4-FFF2-40B4-BE49-F238E27FC236}">
                <a16:creationId xmlns:a16="http://schemas.microsoft.com/office/drawing/2014/main" id="{D38D4BF2-EB3A-4874-818D-5357D852B73C}"/>
              </a:ext>
            </a:extLst>
          </p:cNvPr>
          <p:cNvSpPr/>
          <p:nvPr/>
        </p:nvSpPr>
        <p:spPr>
          <a:xfrm>
            <a:off x="5003894" y="2118570"/>
            <a:ext cx="1811348" cy="137531"/>
          </a:xfrm>
          <a:prstGeom prst="snip2DiagRect">
            <a:avLst>
              <a:gd name="adj1" fmla="val 50000"/>
              <a:gd name="adj2" fmla="val 50000"/>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t>ボスの名前</a:t>
            </a:r>
          </a:p>
        </p:txBody>
      </p:sp>
      <p:sp>
        <p:nvSpPr>
          <p:cNvPr id="31" name="正方形/長方形 30">
            <a:extLst>
              <a:ext uri="{FF2B5EF4-FFF2-40B4-BE49-F238E27FC236}">
                <a16:creationId xmlns:a16="http://schemas.microsoft.com/office/drawing/2014/main" id="{33A2DC54-4CE4-470E-BCD9-689B9E3CE557}"/>
              </a:ext>
            </a:extLst>
          </p:cNvPr>
          <p:cNvSpPr/>
          <p:nvPr/>
        </p:nvSpPr>
        <p:spPr>
          <a:xfrm>
            <a:off x="4302739" y="2259097"/>
            <a:ext cx="3081390" cy="137530"/>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pic>
        <p:nvPicPr>
          <p:cNvPr id="32" name="図 31">
            <a:extLst>
              <a:ext uri="{FF2B5EF4-FFF2-40B4-BE49-F238E27FC236}">
                <a16:creationId xmlns:a16="http://schemas.microsoft.com/office/drawing/2014/main" id="{D01FC02B-697B-4B1D-B1A7-AC970DA197C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06001" y="1958175"/>
            <a:ext cx="3315070" cy="2486302"/>
          </a:xfrm>
          <a:prstGeom prst="rect">
            <a:avLst/>
          </a:prstGeom>
        </p:spPr>
      </p:pic>
      <p:sp>
        <p:nvSpPr>
          <p:cNvPr id="38" name="円: 塗りつぶしなし 37">
            <a:extLst>
              <a:ext uri="{FF2B5EF4-FFF2-40B4-BE49-F238E27FC236}">
                <a16:creationId xmlns:a16="http://schemas.microsoft.com/office/drawing/2014/main" id="{0C16DEFD-D9BD-4241-BEDE-238DDE153951}"/>
              </a:ext>
            </a:extLst>
          </p:cNvPr>
          <p:cNvSpPr/>
          <p:nvPr/>
        </p:nvSpPr>
        <p:spPr>
          <a:xfrm>
            <a:off x="5909569" y="3735765"/>
            <a:ext cx="372862" cy="372862"/>
          </a:xfrm>
          <a:prstGeom prst="donut">
            <a:avLst>
              <a:gd name="adj" fmla="val 9326"/>
            </a:avLst>
          </a:prstGeom>
          <a:ln>
            <a:solidFill>
              <a:schemeClr val="accent2"/>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solidFill>
                <a:schemeClr val="tx1"/>
              </a:solidFill>
            </a:endParaRPr>
          </a:p>
        </p:txBody>
      </p:sp>
      <p:sp>
        <p:nvSpPr>
          <p:cNvPr id="39" name="円: 塗りつぶしなし 38">
            <a:extLst>
              <a:ext uri="{FF2B5EF4-FFF2-40B4-BE49-F238E27FC236}">
                <a16:creationId xmlns:a16="http://schemas.microsoft.com/office/drawing/2014/main" id="{CE52C096-1743-4FD0-AC3D-1FFAAAB4221F}"/>
              </a:ext>
            </a:extLst>
          </p:cNvPr>
          <p:cNvSpPr/>
          <p:nvPr/>
        </p:nvSpPr>
        <p:spPr>
          <a:xfrm>
            <a:off x="5981330" y="3807526"/>
            <a:ext cx="229340" cy="229340"/>
          </a:xfrm>
          <a:prstGeom prst="donut">
            <a:avLst>
              <a:gd name="adj" fmla="val 9326"/>
            </a:avLst>
          </a:prstGeom>
          <a:ln>
            <a:solidFill>
              <a:schemeClr val="accent2"/>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solidFill>
                <a:schemeClr val="tx1"/>
              </a:solidFill>
            </a:endParaRPr>
          </a:p>
        </p:txBody>
      </p:sp>
      <p:sp>
        <p:nvSpPr>
          <p:cNvPr id="40" name="楕円 39">
            <a:extLst>
              <a:ext uri="{FF2B5EF4-FFF2-40B4-BE49-F238E27FC236}">
                <a16:creationId xmlns:a16="http://schemas.microsoft.com/office/drawing/2014/main" id="{A7A1240B-960D-42AC-BFBC-2305A021A5C7}"/>
              </a:ext>
            </a:extLst>
          </p:cNvPr>
          <p:cNvSpPr/>
          <p:nvPr/>
        </p:nvSpPr>
        <p:spPr>
          <a:xfrm>
            <a:off x="4691750" y="3884582"/>
            <a:ext cx="448089" cy="448089"/>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楕円 41">
            <a:extLst>
              <a:ext uri="{FF2B5EF4-FFF2-40B4-BE49-F238E27FC236}">
                <a16:creationId xmlns:a16="http://schemas.microsoft.com/office/drawing/2014/main" id="{3C791563-60D1-461D-8355-FC221D7616F7}"/>
              </a:ext>
            </a:extLst>
          </p:cNvPr>
          <p:cNvSpPr/>
          <p:nvPr/>
        </p:nvSpPr>
        <p:spPr>
          <a:xfrm>
            <a:off x="3864805" y="3949618"/>
            <a:ext cx="448089" cy="448089"/>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楕円 42">
            <a:extLst>
              <a:ext uri="{FF2B5EF4-FFF2-40B4-BE49-F238E27FC236}">
                <a16:creationId xmlns:a16="http://schemas.microsoft.com/office/drawing/2014/main" id="{0A6C41AB-8A8C-418C-85F0-81B7E2C5A24B}"/>
              </a:ext>
            </a:extLst>
          </p:cNvPr>
          <p:cNvSpPr/>
          <p:nvPr/>
        </p:nvSpPr>
        <p:spPr>
          <a:xfrm>
            <a:off x="5373278" y="3548542"/>
            <a:ext cx="448089" cy="448089"/>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楕円 43">
            <a:extLst>
              <a:ext uri="{FF2B5EF4-FFF2-40B4-BE49-F238E27FC236}">
                <a16:creationId xmlns:a16="http://schemas.microsoft.com/office/drawing/2014/main" id="{33C93344-1079-4DE1-99B5-F4CFB77BC4A4}"/>
              </a:ext>
            </a:extLst>
          </p:cNvPr>
          <p:cNvSpPr/>
          <p:nvPr/>
        </p:nvSpPr>
        <p:spPr>
          <a:xfrm>
            <a:off x="5619389" y="2959364"/>
            <a:ext cx="448089" cy="448089"/>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5" name="楕円 44">
            <a:extLst>
              <a:ext uri="{FF2B5EF4-FFF2-40B4-BE49-F238E27FC236}">
                <a16:creationId xmlns:a16="http://schemas.microsoft.com/office/drawing/2014/main" id="{AC85ACDC-C7E3-4FAC-9C6C-C248920440D7}"/>
              </a:ext>
            </a:extLst>
          </p:cNvPr>
          <p:cNvSpPr/>
          <p:nvPr/>
        </p:nvSpPr>
        <p:spPr>
          <a:xfrm>
            <a:off x="3031651" y="4035017"/>
            <a:ext cx="448089" cy="448089"/>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楕円 45">
            <a:extLst>
              <a:ext uri="{FF2B5EF4-FFF2-40B4-BE49-F238E27FC236}">
                <a16:creationId xmlns:a16="http://schemas.microsoft.com/office/drawing/2014/main" id="{5815D894-AA8A-406B-AEE0-D23CC6EBE6C1}"/>
              </a:ext>
            </a:extLst>
          </p:cNvPr>
          <p:cNvSpPr/>
          <p:nvPr/>
        </p:nvSpPr>
        <p:spPr>
          <a:xfrm>
            <a:off x="5008355" y="4548839"/>
            <a:ext cx="448089" cy="448089"/>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 name="楕円 46">
            <a:extLst>
              <a:ext uri="{FF2B5EF4-FFF2-40B4-BE49-F238E27FC236}">
                <a16:creationId xmlns:a16="http://schemas.microsoft.com/office/drawing/2014/main" id="{9ABAECB0-1C4B-43D6-8711-70715413946F}"/>
              </a:ext>
            </a:extLst>
          </p:cNvPr>
          <p:cNvSpPr/>
          <p:nvPr/>
        </p:nvSpPr>
        <p:spPr>
          <a:xfrm>
            <a:off x="4050985" y="4633149"/>
            <a:ext cx="448089" cy="448089"/>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8" name="楕円 47">
            <a:extLst>
              <a:ext uri="{FF2B5EF4-FFF2-40B4-BE49-F238E27FC236}">
                <a16:creationId xmlns:a16="http://schemas.microsoft.com/office/drawing/2014/main" id="{6D8646CE-A228-48ED-AF9E-45FAC1BBFEB4}"/>
              </a:ext>
            </a:extLst>
          </p:cNvPr>
          <p:cNvSpPr/>
          <p:nvPr/>
        </p:nvSpPr>
        <p:spPr>
          <a:xfrm>
            <a:off x="3258517" y="4772883"/>
            <a:ext cx="448089" cy="448089"/>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9" name="楕円 48">
            <a:extLst>
              <a:ext uri="{FF2B5EF4-FFF2-40B4-BE49-F238E27FC236}">
                <a16:creationId xmlns:a16="http://schemas.microsoft.com/office/drawing/2014/main" id="{BCE5CDDE-1124-4613-9201-3953860F40D4}"/>
              </a:ext>
            </a:extLst>
          </p:cNvPr>
          <p:cNvSpPr/>
          <p:nvPr/>
        </p:nvSpPr>
        <p:spPr>
          <a:xfrm>
            <a:off x="6140345" y="3980385"/>
            <a:ext cx="448089" cy="448089"/>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楕円 49">
            <a:extLst>
              <a:ext uri="{FF2B5EF4-FFF2-40B4-BE49-F238E27FC236}">
                <a16:creationId xmlns:a16="http://schemas.microsoft.com/office/drawing/2014/main" id="{8B214636-63B6-4517-A197-D6AA370BF6F6}"/>
              </a:ext>
            </a:extLst>
          </p:cNvPr>
          <p:cNvSpPr/>
          <p:nvPr/>
        </p:nvSpPr>
        <p:spPr>
          <a:xfrm>
            <a:off x="6474900" y="3066798"/>
            <a:ext cx="448089" cy="448089"/>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9263248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8DC865F-1909-438A-B2FB-B0A0346253D9}"/>
              </a:ext>
            </a:extLst>
          </p:cNvPr>
          <p:cNvSpPr>
            <a:spLocks noGrp="1"/>
          </p:cNvSpPr>
          <p:nvPr>
            <p:ph type="title"/>
          </p:nvPr>
        </p:nvSpPr>
        <p:spPr/>
        <p:txBody>
          <a:bodyPr/>
          <a:lstStyle/>
          <a:p>
            <a:r>
              <a:rPr lang="ja-JP" altLang="en-US" dirty="0"/>
              <a:t>ゲーム開始（アイテム）</a:t>
            </a:r>
            <a:endParaRPr kumimoji="1" lang="ja-JP" altLang="en-US" dirty="0"/>
          </a:p>
        </p:txBody>
      </p:sp>
      <p:sp>
        <p:nvSpPr>
          <p:cNvPr id="4" name="正方形/長方形 3">
            <a:extLst>
              <a:ext uri="{FF2B5EF4-FFF2-40B4-BE49-F238E27FC236}">
                <a16:creationId xmlns:a16="http://schemas.microsoft.com/office/drawing/2014/main" id="{347E9679-04E1-4978-9187-AC07295CAC5D}"/>
              </a:ext>
            </a:extLst>
          </p:cNvPr>
          <p:cNvSpPr/>
          <p:nvPr/>
        </p:nvSpPr>
        <p:spPr>
          <a:xfrm>
            <a:off x="1047565" y="1535837"/>
            <a:ext cx="10191565" cy="52200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円: 塗りつぶしなし 9">
            <a:extLst>
              <a:ext uri="{FF2B5EF4-FFF2-40B4-BE49-F238E27FC236}">
                <a16:creationId xmlns:a16="http://schemas.microsoft.com/office/drawing/2014/main" id="{C279B7C3-4415-4D9E-932F-8FFC0FF380BE}"/>
              </a:ext>
            </a:extLst>
          </p:cNvPr>
          <p:cNvSpPr/>
          <p:nvPr/>
        </p:nvSpPr>
        <p:spPr>
          <a:xfrm>
            <a:off x="5909569" y="3735765"/>
            <a:ext cx="372862" cy="372862"/>
          </a:xfrm>
          <a:prstGeom prst="donut">
            <a:avLst>
              <a:gd name="adj" fmla="val 9326"/>
            </a:avLst>
          </a:prstGeom>
          <a:ln>
            <a:solidFill>
              <a:schemeClr val="accent2"/>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solidFill>
                <a:schemeClr val="tx1"/>
              </a:solidFill>
            </a:endParaRPr>
          </a:p>
        </p:txBody>
      </p:sp>
      <p:sp>
        <p:nvSpPr>
          <p:cNvPr id="11" name="円: 塗りつぶしなし 10">
            <a:extLst>
              <a:ext uri="{FF2B5EF4-FFF2-40B4-BE49-F238E27FC236}">
                <a16:creationId xmlns:a16="http://schemas.microsoft.com/office/drawing/2014/main" id="{F406831C-D31E-4147-A6C9-B8F085877310}"/>
              </a:ext>
            </a:extLst>
          </p:cNvPr>
          <p:cNvSpPr/>
          <p:nvPr/>
        </p:nvSpPr>
        <p:spPr>
          <a:xfrm>
            <a:off x="5981330" y="3807526"/>
            <a:ext cx="229340" cy="229340"/>
          </a:xfrm>
          <a:prstGeom prst="donut">
            <a:avLst>
              <a:gd name="adj" fmla="val 9326"/>
            </a:avLst>
          </a:prstGeom>
          <a:ln>
            <a:solidFill>
              <a:schemeClr val="accent2"/>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solidFill>
                <a:schemeClr val="tx1"/>
              </a:solidFill>
            </a:endParaRPr>
          </a:p>
        </p:txBody>
      </p:sp>
      <p:sp>
        <p:nvSpPr>
          <p:cNvPr id="7" name="四角形: 角度付き 6">
            <a:extLst>
              <a:ext uri="{FF2B5EF4-FFF2-40B4-BE49-F238E27FC236}">
                <a16:creationId xmlns:a16="http://schemas.microsoft.com/office/drawing/2014/main" id="{FB430176-3509-4D24-BD03-6BA52EF04E6D}"/>
              </a:ext>
            </a:extLst>
          </p:cNvPr>
          <p:cNvSpPr/>
          <p:nvPr/>
        </p:nvSpPr>
        <p:spPr>
          <a:xfrm>
            <a:off x="1207363" y="3807526"/>
            <a:ext cx="1651247" cy="1651247"/>
          </a:xfrm>
          <a:prstGeom prst="bevel">
            <a:avLst/>
          </a:prstGeom>
          <a:solidFill>
            <a:schemeClr val="tx2">
              <a:lumMod val="60000"/>
              <a:lumOff val="40000"/>
              <a:alpha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楕円 11">
            <a:extLst>
              <a:ext uri="{FF2B5EF4-FFF2-40B4-BE49-F238E27FC236}">
                <a16:creationId xmlns:a16="http://schemas.microsoft.com/office/drawing/2014/main" id="{12255091-2C58-43DD-B7CD-CCE1178A2955}"/>
              </a:ext>
            </a:extLst>
          </p:cNvPr>
          <p:cNvSpPr/>
          <p:nvPr/>
        </p:nvSpPr>
        <p:spPr>
          <a:xfrm>
            <a:off x="1448667" y="4035017"/>
            <a:ext cx="1168637" cy="1168637"/>
          </a:xfrm>
          <a:prstGeom prst="ellipse">
            <a:avLst/>
          </a:prstGeom>
          <a:solidFill>
            <a:schemeClr val="lt1">
              <a:alpha val="6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14" name="四角形: 対角を切り取る 13">
            <a:extLst>
              <a:ext uri="{FF2B5EF4-FFF2-40B4-BE49-F238E27FC236}">
                <a16:creationId xmlns:a16="http://schemas.microsoft.com/office/drawing/2014/main" id="{422D127F-C700-4F9A-B918-0FF4FBDC35C6}"/>
              </a:ext>
            </a:extLst>
          </p:cNvPr>
          <p:cNvSpPr/>
          <p:nvPr/>
        </p:nvSpPr>
        <p:spPr>
          <a:xfrm>
            <a:off x="4813177" y="1576018"/>
            <a:ext cx="2192784" cy="372862"/>
          </a:xfrm>
          <a:prstGeom prst="snip2DiagRect">
            <a:avLst>
              <a:gd name="adj1" fmla="val 0"/>
              <a:gd name="adj2" fmla="val 50000"/>
            </a:avLst>
          </a:prstGeom>
          <a:solidFill>
            <a:schemeClr val="tx2">
              <a:lumMod val="75000"/>
            </a:schemeClr>
          </a:solidFill>
          <a:ln w="57150">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kumimoji="1" lang="en-US" altLang="ja-JP" dirty="0"/>
              <a:t>TIME:100</a:t>
            </a:r>
            <a:endParaRPr kumimoji="1" lang="ja-JP" altLang="en-US" dirty="0"/>
          </a:p>
        </p:txBody>
      </p:sp>
      <p:sp>
        <p:nvSpPr>
          <p:cNvPr id="15" name="四角形: 対角を切り取る 14">
            <a:extLst>
              <a:ext uri="{FF2B5EF4-FFF2-40B4-BE49-F238E27FC236}">
                <a16:creationId xmlns:a16="http://schemas.microsoft.com/office/drawing/2014/main" id="{EC97CC6C-34CA-464F-B089-7A6CB5B09F71}"/>
              </a:ext>
            </a:extLst>
          </p:cNvPr>
          <p:cNvSpPr/>
          <p:nvPr/>
        </p:nvSpPr>
        <p:spPr>
          <a:xfrm>
            <a:off x="8121959" y="1576018"/>
            <a:ext cx="2192784" cy="372862"/>
          </a:xfrm>
          <a:prstGeom prst="snip2DiagRect">
            <a:avLst>
              <a:gd name="adj1" fmla="val 50000"/>
              <a:gd name="adj2" fmla="val 0"/>
            </a:avLst>
          </a:prstGeom>
          <a:solidFill>
            <a:schemeClr val="tx2">
              <a:lumMod val="75000"/>
            </a:schemeClr>
          </a:solidFill>
          <a:ln w="57150">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kumimoji="1" lang="en-US" altLang="ja-JP" dirty="0"/>
              <a:t>SCORE:000000</a:t>
            </a:r>
            <a:endParaRPr kumimoji="1" lang="ja-JP" altLang="en-US" dirty="0"/>
          </a:p>
        </p:txBody>
      </p:sp>
      <p:sp>
        <p:nvSpPr>
          <p:cNvPr id="16" name="正方形/長方形 15">
            <a:extLst>
              <a:ext uri="{FF2B5EF4-FFF2-40B4-BE49-F238E27FC236}">
                <a16:creationId xmlns:a16="http://schemas.microsoft.com/office/drawing/2014/main" id="{325D1B01-1E19-419A-A208-BD7228D31B76}"/>
              </a:ext>
            </a:extLst>
          </p:cNvPr>
          <p:cNvSpPr/>
          <p:nvPr/>
        </p:nvSpPr>
        <p:spPr>
          <a:xfrm>
            <a:off x="6842002" y="1553158"/>
            <a:ext cx="1475228" cy="100522"/>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6E70FCEF-6D39-4E45-859D-699A4BA2F727}"/>
              </a:ext>
            </a:extLst>
          </p:cNvPr>
          <p:cNvSpPr/>
          <p:nvPr/>
        </p:nvSpPr>
        <p:spPr>
          <a:xfrm>
            <a:off x="10338435" y="1555698"/>
            <a:ext cx="893075" cy="100522"/>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18" name="正方形/長方形 17">
            <a:extLst>
              <a:ext uri="{FF2B5EF4-FFF2-40B4-BE49-F238E27FC236}">
                <a16:creationId xmlns:a16="http://schemas.microsoft.com/office/drawing/2014/main" id="{1300B866-10F6-4BA7-9BA5-3D5D0EBDB14A}"/>
              </a:ext>
            </a:extLst>
          </p:cNvPr>
          <p:cNvSpPr/>
          <p:nvPr/>
        </p:nvSpPr>
        <p:spPr>
          <a:xfrm>
            <a:off x="1047565" y="1559254"/>
            <a:ext cx="3741920" cy="13753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20" name="四角形: 対角を切り取る 19">
            <a:extLst>
              <a:ext uri="{FF2B5EF4-FFF2-40B4-BE49-F238E27FC236}">
                <a16:creationId xmlns:a16="http://schemas.microsoft.com/office/drawing/2014/main" id="{B8C316AB-3400-47B7-9F59-8B35559456FE}"/>
              </a:ext>
            </a:extLst>
          </p:cNvPr>
          <p:cNvSpPr/>
          <p:nvPr/>
        </p:nvSpPr>
        <p:spPr>
          <a:xfrm>
            <a:off x="9218351" y="3949618"/>
            <a:ext cx="1917132" cy="1463883"/>
          </a:xfrm>
          <a:prstGeom prst="snip2DiagRect">
            <a:avLst>
              <a:gd name="adj1" fmla="val 15738"/>
              <a:gd name="adj2" fmla="val 12930"/>
            </a:avLst>
          </a:prstGeom>
          <a:solidFill>
            <a:schemeClr val="tx2">
              <a:lumMod val="75000"/>
              <a:alpha val="60000"/>
            </a:schemeClr>
          </a:solidFill>
          <a:ln w="57150">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dirty="0"/>
          </a:p>
        </p:txBody>
      </p:sp>
      <p:sp>
        <p:nvSpPr>
          <p:cNvPr id="21" name="テキスト ボックス 20">
            <a:extLst>
              <a:ext uri="{FF2B5EF4-FFF2-40B4-BE49-F238E27FC236}">
                <a16:creationId xmlns:a16="http://schemas.microsoft.com/office/drawing/2014/main" id="{B93BB916-832D-4CE0-A77C-46C42210F941}"/>
              </a:ext>
            </a:extLst>
          </p:cNvPr>
          <p:cNvSpPr txBox="1"/>
          <p:nvPr/>
        </p:nvSpPr>
        <p:spPr>
          <a:xfrm>
            <a:off x="9248757" y="4145872"/>
            <a:ext cx="1371600" cy="369332"/>
          </a:xfrm>
          <a:prstGeom prst="rect">
            <a:avLst/>
          </a:prstGeom>
          <a:noFill/>
        </p:spPr>
        <p:txBody>
          <a:bodyPr wrap="square" rtlCol="0">
            <a:spAutoFit/>
          </a:bodyPr>
          <a:lstStyle/>
          <a:p>
            <a:r>
              <a:rPr kumimoji="1" lang="ja-JP" altLang="en-US" dirty="0">
                <a:solidFill>
                  <a:schemeClr val="bg1"/>
                </a:solidFill>
              </a:rPr>
              <a:t>～～～～～</a:t>
            </a:r>
          </a:p>
        </p:txBody>
      </p:sp>
      <p:sp>
        <p:nvSpPr>
          <p:cNvPr id="22" name="テキスト ボックス 21">
            <a:extLst>
              <a:ext uri="{FF2B5EF4-FFF2-40B4-BE49-F238E27FC236}">
                <a16:creationId xmlns:a16="http://schemas.microsoft.com/office/drawing/2014/main" id="{A5440B86-CFD4-474B-B1C6-3A3251EEF9B6}"/>
              </a:ext>
            </a:extLst>
          </p:cNvPr>
          <p:cNvSpPr txBox="1"/>
          <p:nvPr/>
        </p:nvSpPr>
        <p:spPr>
          <a:xfrm>
            <a:off x="9233554" y="4515204"/>
            <a:ext cx="1371600" cy="369332"/>
          </a:xfrm>
          <a:prstGeom prst="rect">
            <a:avLst/>
          </a:prstGeom>
          <a:noFill/>
        </p:spPr>
        <p:txBody>
          <a:bodyPr wrap="square" rtlCol="0">
            <a:spAutoFit/>
          </a:bodyPr>
          <a:lstStyle/>
          <a:p>
            <a:r>
              <a:rPr kumimoji="1" lang="ja-JP" altLang="en-US" dirty="0">
                <a:solidFill>
                  <a:schemeClr val="bg1"/>
                </a:solidFill>
              </a:rPr>
              <a:t>～～～～～</a:t>
            </a:r>
          </a:p>
        </p:txBody>
      </p:sp>
      <p:sp>
        <p:nvSpPr>
          <p:cNvPr id="23" name="テキスト ボックス 22">
            <a:extLst>
              <a:ext uri="{FF2B5EF4-FFF2-40B4-BE49-F238E27FC236}">
                <a16:creationId xmlns:a16="http://schemas.microsoft.com/office/drawing/2014/main" id="{B8181C57-D365-4102-8C16-64C8A9A7DD00}"/>
              </a:ext>
            </a:extLst>
          </p:cNvPr>
          <p:cNvSpPr txBox="1"/>
          <p:nvPr/>
        </p:nvSpPr>
        <p:spPr>
          <a:xfrm>
            <a:off x="9248757" y="4896124"/>
            <a:ext cx="1371600" cy="369332"/>
          </a:xfrm>
          <a:prstGeom prst="rect">
            <a:avLst/>
          </a:prstGeom>
          <a:noFill/>
        </p:spPr>
        <p:txBody>
          <a:bodyPr wrap="square" rtlCol="0">
            <a:spAutoFit/>
          </a:bodyPr>
          <a:lstStyle/>
          <a:p>
            <a:r>
              <a:rPr kumimoji="1" lang="ja-JP" altLang="en-US" dirty="0">
                <a:solidFill>
                  <a:schemeClr val="bg1"/>
                </a:solidFill>
              </a:rPr>
              <a:t>～～～～～</a:t>
            </a:r>
          </a:p>
        </p:txBody>
      </p:sp>
      <p:sp>
        <p:nvSpPr>
          <p:cNvPr id="24" name="楕円 23">
            <a:extLst>
              <a:ext uri="{FF2B5EF4-FFF2-40B4-BE49-F238E27FC236}">
                <a16:creationId xmlns:a16="http://schemas.microsoft.com/office/drawing/2014/main" id="{ED52257A-7C23-454B-B2EF-80785B2811F5}"/>
              </a:ext>
            </a:extLst>
          </p:cNvPr>
          <p:cNvSpPr/>
          <p:nvPr/>
        </p:nvSpPr>
        <p:spPr>
          <a:xfrm>
            <a:off x="10650763" y="4111005"/>
            <a:ext cx="333472" cy="333472"/>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25" name="楕円 24">
            <a:extLst>
              <a:ext uri="{FF2B5EF4-FFF2-40B4-BE49-F238E27FC236}">
                <a16:creationId xmlns:a16="http://schemas.microsoft.com/office/drawing/2014/main" id="{F4614126-B1B7-4F3F-92C7-61E965F0D6CD}"/>
              </a:ext>
            </a:extLst>
          </p:cNvPr>
          <p:cNvSpPr/>
          <p:nvPr/>
        </p:nvSpPr>
        <p:spPr>
          <a:xfrm>
            <a:off x="10662986" y="4497274"/>
            <a:ext cx="333472" cy="333472"/>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26" name="楕円 25">
            <a:extLst>
              <a:ext uri="{FF2B5EF4-FFF2-40B4-BE49-F238E27FC236}">
                <a16:creationId xmlns:a16="http://schemas.microsoft.com/office/drawing/2014/main" id="{3075AF5D-CEC3-45E2-B503-F5F4303127AD}"/>
              </a:ext>
            </a:extLst>
          </p:cNvPr>
          <p:cNvSpPr/>
          <p:nvPr/>
        </p:nvSpPr>
        <p:spPr>
          <a:xfrm>
            <a:off x="10662986" y="4896124"/>
            <a:ext cx="333472" cy="333472"/>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pic>
        <p:nvPicPr>
          <p:cNvPr id="27" name="図 26">
            <a:extLst>
              <a:ext uri="{FF2B5EF4-FFF2-40B4-BE49-F238E27FC236}">
                <a16:creationId xmlns:a16="http://schemas.microsoft.com/office/drawing/2014/main" id="{000983AB-B2D3-41C4-BAE6-8DB57554B9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47070" y="4633149"/>
            <a:ext cx="1727200" cy="1107566"/>
          </a:xfrm>
          <a:prstGeom prst="rect">
            <a:avLst/>
          </a:prstGeom>
        </p:spPr>
      </p:pic>
      <p:sp>
        <p:nvSpPr>
          <p:cNvPr id="28" name="四角形: 対角を丸める 27">
            <a:extLst>
              <a:ext uri="{FF2B5EF4-FFF2-40B4-BE49-F238E27FC236}">
                <a16:creationId xmlns:a16="http://schemas.microsoft.com/office/drawing/2014/main" id="{085A2B51-53CF-4035-9218-0249BF648434}"/>
              </a:ext>
            </a:extLst>
          </p:cNvPr>
          <p:cNvSpPr/>
          <p:nvPr/>
        </p:nvSpPr>
        <p:spPr>
          <a:xfrm>
            <a:off x="9218351" y="2110267"/>
            <a:ext cx="1811348" cy="1210072"/>
          </a:xfrm>
          <a:prstGeom prst="round2DiagRect">
            <a:avLst/>
          </a:prstGeom>
          <a:solidFill>
            <a:schemeClr val="accent3">
              <a:alpha val="60000"/>
            </a:schemeClr>
          </a:solidFill>
          <a:ln w="28575">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kumimoji="1" lang="ja-JP" altLang="en-US"/>
          </a:p>
        </p:txBody>
      </p:sp>
      <p:sp>
        <p:nvSpPr>
          <p:cNvPr id="29" name="正方形/長方形 28">
            <a:extLst>
              <a:ext uri="{FF2B5EF4-FFF2-40B4-BE49-F238E27FC236}">
                <a16:creationId xmlns:a16="http://schemas.microsoft.com/office/drawing/2014/main" id="{7E5EFE2E-EA64-407A-891B-469D30DF6196}"/>
              </a:ext>
            </a:extLst>
          </p:cNvPr>
          <p:cNvSpPr/>
          <p:nvPr/>
        </p:nvSpPr>
        <p:spPr>
          <a:xfrm>
            <a:off x="9248757" y="3051975"/>
            <a:ext cx="1778107" cy="240211"/>
          </a:xfrm>
          <a:prstGeom prst="rect">
            <a:avLst/>
          </a:prstGeom>
          <a:solidFill>
            <a:schemeClr val="bg2">
              <a:lumMod val="50000"/>
              <a:alpha val="6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33" name="四角形: 対角を切り取る 32">
            <a:extLst>
              <a:ext uri="{FF2B5EF4-FFF2-40B4-BE49-F238E27FC236}">
                <a16:creationId xmlns:a16="http://schemas.microsoft.com/office/drawing/2014/main" id="{5153CF74-F868-4F7A-A380-87938BD399F8}"/>
              </a:ext>
            </a:extLst>
          </p:cNvPr>
          <p:cNvSpPr/>
          <p:nvPr/>
        </p:nvSpPr>
        <p:spPr>
          <a:xfrm>
            <a:off x="3697709" y="5900185"/>
            <a:ext cx="4423719" cy="372863"/>
          </a:xfrm>
          <a:prstGeom prst="snip2DiagRect">
            <a:avLst>
              <a:gd name="adj1" fmla="val 26630"/>
              <a:gd name="adj2" fmla="val 0"/>
            </a:avLst>
          </a:prstGeom>
          <a:solidFill>
            <a:schemeClr val="bg2">
              <a:lumMod val="9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34" name="四角形: 対角を丸める 33">
            <a:extLst>
              <a:ext uri="{FF2B5EF4-FFF2-40B4-BE49-F238E27FC236}">
                <a16:creationId xmlns:a16="http://schemas.microsoft.com/office/drawing/2014/main" id="{7D6D30BD-64A8-4906-8B4F-36D16EF74D28}"/>
              </a:ext>
            </a:extLst>
          </p:cNvPr>
          <p:cNvSpPr/>
          <p:nvPr/>
        </p:nvSpPr>
        <p:spPr>
          <a:xfrm>
            <a:off x="3830320" y="5968593"/>
            <a:ext cx="2048769" cy="245844"/>
          </a:xfrm>
          <a:prstGeom prst="round2Diag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HP</a:t>
            </a:r>
            <a:endParaRPr kumimoji="1" lang="ja-JP" altLang="en-US" dirty="0"/>
          </a:p>
        </p:txBody>
      </p:sp>
      <p:sp>
        <p:nvSpPr>
          <p:cNvPr id="35" name="四角形: 対角を丸める 34">
            <a:extLst>
              <a:ext uri="{FF2B5EF4-FFF2-40B4-BE49-F238E27FC236}">
                <a16:creationId xmlns:a16="http://schemas.microsoft.com/office/drawing/2014/main" id="{1FB41D92-DF70-4118-9D21-3B8447AF381F}"/>
              </a:ext>
            </a:extLst>
          </p:cNvPr>
          <p:cNvSpPr/>
          <p:nvPr/>
        </p:nvSpPr>
        <p:spPr>
          <a:xfrm>
            <a:off x="5971170" y="5968593"/>
            <a:ext cx="2048769" cy="245844"/>
          </a:xfrm>
          <a:prstGeom prst="round2Diag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SHIELD</a:t>
            </a:r>
            <a:endParaRPr kumimoji="1" lang="ja-JP" altLang="en-US" dirty="0"/>
          </a:p>
        </p:txBody>
      </p:sp>
      <p:pic>
        <p:nvPicPr>
          <p:cNvPr id="30" name="図 29">
            <a:extLst>
              <a:ext uri="{FF2B5EF4-FFF2-40B4-BE49-F238E27FC236}">
                <a16:creationId xmlns:a16="http://schemas.microsoft.com/office/drawing/2014/main" id="{F91EC21A-424B-4000-8F98-A68B200438C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20590" y="3440516"/>
            <a:ext cx="950722" cy="713042"/>
          </a:xfrm>
          <a:prstGeom prst="rect">
            <a:avLst/>
          </a:prstGeom>
        </p:spPr>
      </p:pic>
      <p:pic>
        <p:nvPicPr>
          <p:cNvPr id="31" name="図 30">
            <a:extLst>
              <a:ext uri="{FF2B5EF4-FFF2-40B4-BE49-F238E27FC236}">
                <a16:creationId xmlns:a16="http://schemas.microsoft.com/office/drawing/2014/main" id="{CBC1E757-30DB-4E99-9619-A0044463E08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84201" y="2504879"/>
            <a:ext cx="950723" cy="713042"/>
          </a:xfrm>
          <a:prstGeom prst="rect">
            <a:avLst/>
          </a:prstGeom>
        </p:spPr>
      </p:pic>
      <p:sp>
        <p:nvSpPr>
          <p:cNvPr id="3" name="楕円 2">
            <a:extLst>
              <a:ext uri="{FF2B5EF4-FFF2-40B4-BE49-F238E27FC236}">
                <a16:creationId xmlns:a16="http://schemas.microsoft.com/office/drawing/2014/main" id="{C4FBEA5A-5E58-4C6C-BF7D-916A1B0B28E7}"/>
              </a:ext>
            </a:extLst>
          </p:cNvPr>
          <p:cNvSpPr/>
          <p:nvPr/>
        </p:nvSpPr>
        <p:spPr>
          <a:xfrm>
            <a:off x="3966248" y="5637816"/>
            <a:ext cx="268465" cy="26846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Tree>
    <p:extLst>
      <p:ext uri="{BB962C8B-B14F-4D97-AF65-F5344CB8AC3E}">
        <p14:creationId xmlns:p14="http://schemas.microsoft.com/office/powerpoint/2010/main" val="4824334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8DC865F-1909-438A-B2FB-B0A0346253D9}"/>
              </a:ext>
            </a:extLst>
          </p:cNvPr>
          <p:cNvSpPr>
            <a:spLocks noGrp="1"/>
          </p:cNvSpPr>
          <p:nvPr>
            <p:ph type="title"/>
          </p:nvPr>
        </p:nvSpPr>
        <p:spPr/>
        <p:txBody>
          <a:bodyPr/>
          <a:lstStyle/>
          <a:p>
            <a:r>
              <a:rPr lang="ja-JP" altLang="en-US" dirty="0"/>
              <a:t>ゲーム開始（敵１）</a:t>
            </a:r>
            <a:endParaRPr kumimoji="1" lang="ja-JP" altLang="en-US" dirty="0"/>
          </a:p>
        </p:txBody>
      </p:sp>
      <p:sp>
        <p:nvSpPr>
          <p:cNvPr id="4" name="正方形/長方形 3">
            <a:extLst>
              <a:ext uri="{FF2B5EF4-FFF2-40B4-BE49-F238E27FC236}">
                <a16:creationId xmlns:a16="http://schemas.microsoft.com/office/drawing/2014/main" id="{347E9679-04E1-4978-9187-AC07295CAC5D}"/>
              </a:ext>
            </a:extLst>
          </p:cNvPr>
          <p:cNvSpPr/>
          <p:nvPr/>
        </p:nvSpPr>
        <p:spPr>
          <a:xfrm>
            <a:off x="1047565" y="1535837"/>
            <a:ext cx="10191565" cy="52200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円: 塗りつぶしなし 9">
            <a:extLst>
              <a:ext uri="{FF2B5EF4-FFF2-40B4-BE49-F238E27FC236}">
                <a16:creationId xmlns:a16="http://schemas.microsoft.com/office/drawing/2014/main" id="{C279B7C3-4415-4D9E-932F-8FFC0FF380BE}"/>
              </a:ext>
            </a:extLst>
          </p:cNvPr>
          <p:cNvSpPr/>
          <p:nvPr/>
        </p:nvSpPr>
        <p:spPr>
          <a:xfrm>
            <a:off x="5909569" y="3735765"/>
            <a:ext cx="372862" cy="372862"/>
          </a:xfrm>
          <a:prstGeom prst="donut">
            <a:avLst>
              <a:gd name="adj" fmla="val 9326"/>
            </a:avLst>
          </a:prstGeom>
          <a:ln>
            <a:solidFill>
              <a:schemeClr val="accent2"/>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solidFill>
                <a:schemeClr val="tx1"/>
              </a:solidFill>
            </a:endParaRPr>
          </a:p>
        </p:txBody>
      </p:sp>
      <p:sp>
        <p:nvSpPr>
          <p:cNvPr id="11" name="円: 塗りつぶしなし 10">
            <a:extLst>
              <a:ext uri="{FF2B5EF4-FFF2-40B4-BE49-F238E27FC236}">
                <a16:creationId xmlns:a16="http://schemas.microsoft.com/office/drawing/2014/main" id="{F406831C-D31E-4147-A6C9-B8F085877310}"/>
              </a:ext>
            </a:extLst>
          </p:cNvPr>
          <p:cNvSpPr/>
          <p:nvPr/>
        </p:nvSpPr>
        <p:spPr>
          <a:xfrm>
            <a:off x="5981330" y="3807526"/>
            <a:ext cx="229340" cy="229340"/>
          </a:xfrm>
          <a:prstGeom prst="donut">
            <a:avLst>
              <a:gd name="adj" fmla="val 9326"/>
            </a:avLst>
          </a:prstGeom>
          <a:ln>
            <a:solidFill>
              <a:schemeClr val="accent2"/>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solidFill>
                <a:schemeClr val="tx1"/>
              </a:solidFill>
            </a:endParaRPr>
          </a:p>
        </p:txBody>
      </p:sp>
      <p:sp>
        <p:nvSpPr>
          <p:cNvPr id="7" name="四角形: 角度付き 6">
            <a:extLst>
              <a:ext uri="{FF2B5EF4-FFF2-40B4-BE49-F238E27FC236}">
                <a16:creationId xmlns:a16="http://schemas.microsoft.com/office/drawing/2014/main" id="{FB430176-3509-4D24-BD03-6BA52EF04E6D}"/>
              </a:ext>
            </a:extLst>
          </p:cNvPr>
          <p:cNvSpPr/>
          <p:nvPr/>
        </p:nvSpPr>
        <p:spPr>
          <a:xfrm>
            <a:off x="1207363" y="3807526"/>
            <a:ext cx="1651247" cy="1651247"/>
          </a:xfrm>
          <a:prstGeom prst="bevel">
            <a:avLst/>
          </a:prstGeom>
          <a:solidFill>
            <a:schemeClr val="tx2">
              <a:lumMod val="60000"/>
              <a:lumOff val="40000"/>
              <a:alpha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楕円 11">
            <a:extLst>
              <a:ext uri="{FF2B5EF4-FFF2-40B4-BE49-F238E27FC236}">
                <a16:creationId xmlns:a16="http://schemas.microsoft.com/office/drawing/2014/main" id="{12255091-2C58-43DD-B7CD-CCE1178A2955}"/>
              </a:ext>
            </a:extLst>
          </p:cNvPr>
          <p:cNvSpPr/>
          <p:nvPr/>
        </p:nvSpPr>
        <p:spPr>
          <a:xfrm>
            <a:off x="1448667" y="4035017"/>
            <a:ext cx="1168637" cy="1168637"/>
          </a:xfrm>
          <a:prstGeom prst="ellipse">
            <a:avLst/>
          </a:prstGeom>
          <a:solidFill>
            <a:schemeClr val="lt1">
              <a:alpha val="6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14" name="四角形: 対角を切り取る 13">
            <a:extLst>
              <a:ext uri="{FF2B5EF4-FFF2-40B4-BE49-F238E27FC236}">
                <a16:creationId xmlns:a16="http://schemas.microsoft.com/office/drawing/2014/main" id="{422D127F-C700-4F9A-B918-0FF4FBDC35C6}"/>
              </a:ext>
            </a:extLst>
          </p:cNvPr>
          <p:cNvSpPr/>
          <p:nvPr/>
        </p:nvSpPr>
        <p:spPr>
          <a:xfrm>
            <a:off x="4813177" y="1576018"/>
            <a:ext cx="2192784" cy="372862"/>
          </a:xfrm>
          <a:prstGeom prst="snip2DiagRect">
            <a:avLst>
              <a:gd name="adj1" fmla="val 0"/>
              <a:gd name="adj2" fmla="val 50000"/>
            </a:avLst>
          </a:prstGeom>
          <a:solidFill>
            <a:schemeClr val="tx2">
              <a:lumMod val="75000"/>
            </a:schemeClr>
          </a:solidFill>
          <a:ln w="57150">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kumimoji="1" lang="en-US" altLang="ja-JP" dirty="0"/>
              <a:t>TIME:100</a:t>
            </a:r>
            <a:endParaRPr kumimoji="1" lang="ja-JP" altLang="en-US" dirty="0"/>
          </a:p>
        </p:txBody>
      </p:sp>
      <p:sp>
        <p:nvSpPr>
          <p:cNvPr id="15" name="四角形: 対角を切り取る 14">
            <a:extLst>
              <a:ext uri="{FF2B5EF4-FFF2-40B4-BE49-F238E27FC236}">
                <a16:creationId xmlns:a16="http://schemas.microsoft.com/office/drawing/2014/main" id="{EC97CC6C-34CA-464F-B089-7A6CB5B09F71}"/>
              </a:ext>
            </a:extLst>
          </p:cNvPr>
          <p:cNvSpPr/>
          <p:nvPr/>
        </p:nvSpPr>
        <p:spPr>
          <a:xfrm>
            <a:off x="8121959" y="1576018"/>
            <a:ext cx="2192784" cy="372862"/>
          </a:xfrm>
          <a:prstGeom prst="snip2DiagRect">
            <a:avLst>
              <a:gd name="adj1" fmla="val 50000"/>
              <a:gd name="adj2" fmla="val 0"/>
            </a:avLst>
          </a:prstGeom>
          <a:solidFill>
            <a:schemeClr val="tx2">
              <a:lumMod val="75000"/>
            </a:schemeClr>
          </a:solidFill>
          <a:ln w="57150">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kumimoji="1" lang="en-US" altLang="ja-JP" dirty="0"/>
              <a:t>SCORE:000000</a:t>
            </a:r>
            <a:endParaRPr kumimoji="1" lang="ja-JP" altLang="en-US" dirty="0"/>
          </a:p>
        </p:txBody>
      </p:sp>
      <p:sp>
        <p:nvSpPr>
          <p:cNvPr id="16" name="正方形/長方形 15">
            <a:extLst>
              <a:ext uri="{FF2B5EF4-FFF2-40B4-BE49-F238E27FC236}">
                <a16:creationId xmlns:a16="http://schemas.microsoft.com/office/drawing/2014/main" id="{325D1B01-1E19-419A-A208-BD7228D31B76}"/>
              </a:ext>
            </a:extLst>
          </p:cNvPr>
          <p:cNvSpPr/>
          <p:nvPr/>
        </p:nvSpPr>
        <p:spPr>
          <a:xfrm>
            <a:off x="6842002" y="1553158"/>
            <a:ext cx="1475228" cy="100522"/>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6E70FCEF-6D39-4E45-859D-699A4BA2F727}"/>
              </a:ext>
            </a:extLst>
          </p:cNvPr>
          <p:cNvSpPr/>
          <p:nvPr/>
        </p:nvSpPr>
        <p:spPr>
          <a:xfrm>
            <a:off x="10338435" y="1555698"/>
            <a:ext cx="893075" cy="100522"/>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18" name="正方形/長方形 17">
            <a:extLst>
              <a:ext uri="{FF2B5EF4-FFF2-40B4-BE49-F238E27FC236}">
                <a16:creationId xmlns:a16="http://schemas.microsoft.com/office/drawing/2014/main" id="{1300B866-10F6-4BA7-9BA5-3D5D0EBDB14A}"/>
              </a:ext>
            </a:extLst>
          </p:cNvPr>
          <p:cNvSpPr/>
          <p:nvPr/>
        </p:nvSpPr>
        <p:spPr>
          <a:xfrm>
            <a:off x="1047565" y="1559254"/>
            <a:ext cx="3741920" cy="13753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20" name="四角形: 対角を切り取る 19">
            <a:extLst>
              <a:ext uri="{FF2B5EF4-FFF2-40B4-BE49-F238E27FC236}">
                <a16:creationId xmlns:a16="http://schemas.microsoft.com/office/drawing/2014/main" id="{B8C316AB-3400-47B7-9F59-8B35559456FE}"/>
              </a:ext>
            </a:extLst>
          </p:cNvPr>
          <p:cNvSpPr/>
          <p:nvPr/>
        </p:nvSpPr>
        <p:spPr>
          <a:xfrm>
            <a:off x="9218351" y="3949618"/>
            <a:ext cx="1917132" cy="1463883"/>
          </a:xfrm>
          <a:prstGeom prst="snip2DiagRect">
            <a:avLst>
              <a:gd name="adj1" fmla="val 15738"/>
              <a:gd name="adj2" fmla="val 12930"/>
            </a:avLst>
          </a:prstGeom>
          <a:solidFill>
            <a:schemeClr val="tx2">
              <a:lumMod val="75000"/>
              <a:alpha val="60000"/>
            </a:schemeClr>
          </a:solidFill>
          <a:ln w="57150">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dirty="0"/>
          </a:p>
        </p:txBody>
      </p:sp>
      <p:sp>
        <p:nvSpPr>
          <p:cNvPr id="21" name="テキスト ボックス 20">
            <a:extLst>
              <a:ext uri="{FF2B5EF4-FFF2-40B4-BE49-F238E27FC236}">
                <a16:creationId xmlns:a16="http://schemas.microsoft.com/office/drawing/2014/main" id="{B93BB916-832D-4CE0-A77C-46C42210F941}"/>
              </a:ext>
            </a:extLst>
          </p:cNvPr>
          <p:cNvSpPr txBox="1"/>
          <p:nvPr/>
        </p:nvSpPr>
        <p:spPr>
          <a:xfrm>
            <a:off x="9248757" y="4145872"/>
            <a:ext cx="1371600" cy="369332"/>
          </a:xfrm>
          <a:prstGeom prst="rect">
            <a:avLst/>
          </a:prstGeom>
          <a:noFill/>
        </p:spPr>
        <p:txBody>
          <a:bodyPr wrap="square" rtlCol="0">
            <a:spAutoFit/>
          </a:bodyPr>
          <a:lstStyle/>
          <a:p>
            <a:r>
              <a:rPr kumimoji="1" lang="ja-JP" altLang="en-US" dirty="0">
                <a:solidFill>
                  <a:schemeClr val="bg1"/>
                </a:solidFill>
              </a:rPr>
              <a:t>～～～～～</a:t>
            </a:r>
          </a:p>
        </p:txBody>
      </p:sp>
      <p:sp>
        <p:nvSpPr>
          <p:cNvPr id="22" name="テキスト ボックス 21">
            <a:extLst>
              <a:ext uri="{FF2B5EF4-FFF2-40B4-BE49-F238E27FC236}">
                <a16:creationId xmlns:a16="http://schemas.microsoft.com/office/drawing/2014/main" id="{A5440B86-CFD4-474B-B1C6-3A3251EEF9B6}"/>
              </a:ext>
            </a:extLst>
          </p:cNvPr>
          <p:cNvSpPr txBox="1"/>
          <p:nvPr/>
        </p:nvSpPr>
        <p:spPr>
          <a:xfrm>
            <a:off x="9233554" y="4515204"/>
            <a:ext cx="1371600" cy="369332"/>
          </a:xfrm>
          <a:prstGeom prst="rect">
            <a:avLst/>
          </a:prstGeom>
          <a:noFill/>
        </p:spPr>
        <p:txBody>
          <a:bodyPr wrap="square" rtlCol="0">
            <a:spAutoFit/>
          </a:bodyPr>
          <a:lstStyle/>
          <a:p>
            <a:r>
              <a:rPr kumimoji="1" lang="ja-JP" altLang="en-US" dirty="0">
                <a:solidFill>
                  <a:schemeClr val="bg1"/>
                </a:solidFill>
              </a:rPr>
              <a:t>～～～～～</a:t>
            </a:r>
          </a:p>
        </p:txBody>
      </p:sp>
      <p:sp>
        <p:nvSpPr>
          <p:cNvPr id="23" name="テキスト ボックス 22">
            <a:extLst>
              <a:ext uri="{FF2B5EF4-FFF2-40B4-BE49-F238E27FC236}">
                <a16:creationId xmlns:a16="http://schemas.microsoft.com/office/drawing/2014/main" id="{B8181C57-D365-4102-8C16-64C8A9A7DD00}"/>
              </a:ext>
            </a:extLst>
          </p:cNvPr>
          <p:cNvSpPr txBox="1"/>
          <p:nvPr/>
        </p:nvSpPr>
        <p:spPr>
          <a:xfrm>
            <a:off x="9248757" y="4896124"/>
            <a:ext cx="1371600" cy="369332"/>
          </a:xfrm>
          <a:prstGeom prst="rect">
            <a:avLst/>
          </a:prstGeom>
          <a:noFill/>
        </p:spPr>
        <p:txBody>
          <a:bodyPr wrap="square" rtlCol="0">
            <a:spAutoFit/>
          </a:bodyPr>
          <a:lstStyle/>
          <a:p>
            <a:r>
              <a:rPr kumimoji="1" lang="ja-JP" altLang="en-US" dirty="0">
                <a:solidFill>
                  <a:schemeClr val="bg1"/>
                </a:solidFill>
              </a:rPr>
              <a:t>～～～～～</a:t>
            </a:r>
          </a:p>
        </p:txBody>
      </p:sp>
      <p:sp>
        <p:nvSpPr>
          <p:cNvPr id="24" name="楕円 23">
            <a:extLst>
              <a:ext uri="{FF2B5EF4-FFF2-40B4-BE49-F238E27FC236}">
                <a16:creationId xmlns:a16="http://schemas.microsoft.com/office/drawing/2014/main" id="{ED52257A-7C23-454B-B2EF-80785B2811F5}"/>
              </a:ext>
            </a:extLst>
          </p:cNvPr>
          <p:cNvSpPr/>
          <p:nvPr/>
        </p:nvSpPr>
        <p:spPr>
          <a:xfrm>
            <a:off x="10650763" y="4111005"/>
            <a:ext cx="333472" cy="333472"/>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25" name="楕円 24">
            <a:extLst>
              <a:ext uri="{FF2B5EF4-FFF2-40B4-BE49-F238E27FC236}">
                <a16:creationId xmlns:a16="http://schemas.microsoft.com/office/drawing/2014/main" id="{F4614126-B1B7-4F3F-92C7-61E965F0D6CD}"/>
              </a:ext>
            </a:extLst>
          </p:cNvPr>
          <p:cNvSpPr/>
          <p:nvPr/>
        </p:nvSpPr>
        <p:spPr>
          <a:xfrm>
            <a:off x="10662986" y="4497274"/>
            <a:ext cx="333472" cy="333472"/>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26" name="楕円 25">
            <a:extLst>
              <a:ext uri="{FF2B5EF4-FFF2-40B4-BE49-F238E27FC236}">
                <a16:creationId xmlns:a16="http://schemas.microsoft.com/office/drawing/2014/main" id="{3075AF5D-CEC3-45E2-B503-F5F4303127AD}"/>
              </a:ext>
            </a:extLst>
          </p:cNvPr>
          <p:cNvSpPr/>
          <p:nvPr/>
        </p:nvSpPr>
        <p:spPr>
          <a:xfrm>
            <a:off x="10662986" y="4896124"/>
            <a:ext cx="333472" cy="333472"/>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pic>
        <p:nvPicPr>
          <p:cNvPr id="27" name="図 26">
            <a:extLst>
              <a:ext uri="{FF2B5EF4-FFF2-40B4-BE49-F238E27FC236}">
                <a16:creationId xmlns:a16="http://schemas.microsoft.com/office/drawing/2014/main" id="{000983AB-B2D3-41C4-BAE6-8DB57554B9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47070" y="4633149"/>
            <a:ext cx="1727200" cy="1107566"/>
          </a:xfrm>
          <a:prstGeom prst="rect">
            <a:avLst/>
          </a:prstGeom>
        </p:spPr>
      </p:pic>
      <p:sp>
        <p:nvSpPr>
          <p:cNvPr id="28" name="四角形: 対角を丸める 27">
            <a:extLst>
              <a:ext uri="{FF2B5EF4-FFF2-40B4-BE49-F238E27FC236}">
                <a16:creationId xmlns:a16="http://schemas.microsoft.com/office/drawing/2014/main" id="{085A2B51-53CF-4035-9218-0249BF648434}"/>
              </a:ext>
            </a:extLst>
          </p:cNvPr>
          <p:cNvSpPr/>
          <p:nvPr/>
        </p:nvSpPr>
        <p:spPr>
          <a:xfrm>
            <a:off x="9218351" y="2110267"/>
            <a:ext cx="1811348" cy="1210072"/>
          </a:xfrm>
          <a:prstGeom prst="round2DiagRect">
            <a:avLst/>
          </a:prstGeom>
          <a:solidFill>
            <a:schemeClr val="accent3">
              <a:alpha val="60000"/>
            </a:schemeClr>
          </a:solidFill>
          <a:ln w="28575">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kumimoji="1" lang="ja-JP" altLang="en-US"/>
          </a:p>
        </p:txBody>
      </p:sp>
      <p:sp>
        <p:nvSpPr>
          <p:cNvPr id="29" name="正方形/長方形 28">
            <a:extLst>
              <a:ext uri="{FF2B5EF4-FFF2-40B4-BE49-F238E27FC236}">
                <a16:creationId xmlns:a16="http://schemas.microsoft.com/office/drawing/2014/main" id="{7E5EFE2E-EA64-407A-891B-469D30DF6196}"/>
              </a:ext>
            </a:extLst>
          </p:cNvPr>
          <p:cNvSpPr/>
          <p:nvPr/>
        </p:nvSpPr>
        <p:spPr>
          <a:xfrm>
            <a:off x="9248757" y="3051975"/>
            <a:ext cx="1778107" cy="240211"/>
          </a:xfrm>
          <a:prstGeom prst="rect">
            <a:avLst/>
          </a:prstGeom>
          <a:solidFill>
            <a:schemeClr val="bg2">
              <a:lumMod val="50000"/>
              <a:alpha val="6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33" name="四角形: 対角を切り取る 32">
            <a:extLst>
              <a:ext uri="{FF2B5EF4-FFF2-40B4-BE49-F238E27FC236}">
                <a16:creationId xmlns:a16="http://schemas.microsoft.com/office/drawing/2014/main" id="{5153CF74-F868-4F7A-A380-87938BD399F8}"/>
              </a:ext>
            </a:extLst>
          </p:cNvPr>
          <p:cNvSpPr/>
          <p:nvPr/>
        </p:nvSpPr>
        <p:spPr>
          <a:xfrm>
            <a:off x="3697709" y="5900185"/>
            <a:ext cx="4423719" cy="372863"/>
          </a:xfrm>
          <a:prstGeom prst="snip2DiagRect">
            <a:avLst>
              <a:gd name="adj1" fmla="val 26630"/>
              <a:gd name="adj2" fmla="val 0"/>
            </a:avLst>
          </a:prstGeom>
          <a:solidFill>
            <a:schemeClr val="bg2">
              <a:lumMod val="9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34" name="四角形: 対角を丸める 33">
            <a:extLst>
              <a:ext uri="{FF2B5EF4-FFF2-40B4-BE49-F238E27FC236}">
                <a16:creationId xmlns:a16="http://schemas.microsoft.com/office/drawing/2014/main" id="{7D6D30BD-64A8-4906-8B4F-36D16EF74D28}"/>
              </a:ext>
            </a:extLst>
          </p:cNvPr>
          <p:cNvSpPr/>
          <p:nvPr/>
        </p:nvSpPr>
        <p:spPr>
          <a:xfrm>
            <a:off x="3830320" y="5968593"/>
            <a:ext cx="2048769" cy="245844"/>
          </a:xfrm>
          <a:prstGeom prst="round2Diag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HP</a:t>
            </a:r>
            <a:endParaRPr kumimoji="1" lang="ja-JP" altLang="en-US" dirty="0"/>
          </a:p>
        </p:txBody>
      </p:sp>
      <p:sp>
        <p:nvSpPr>
          <p:cNvPr id="35" name="四角形: 対角を丸める 34">
            <a:extLst>
              <a:ext uri="{FF2B5EF4-FFF2-40B4-BE49-F238E27FC236}">
                <a16:creationId xmlns:a16="http://schemas.microsoft.com/office/drawing/2014/main" id="{1FB41D92-DF70-4118-9D21-3B8447AF381F}"/>
              </a:ext>
            </a:extLst>
          </p:cNvPr>
          <p:cNvSpPr/>
          <p:nvPr/>
        </p:nvSpPr>
        <p:spPr>
          <a:xfrm>
            <a:off x="5971170" y="5968593"/>
            <a:ext cx="2048769" cy="245844"/>
          </a:xfrm>
          <a:prstGeom prst="round2Diag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SHIELD</a:t>
            </a:r>
            <a:endParaRPr kumimoji="1" lang="ja-JP" altLang="en-US" dirty="0"/>
          </a:p>
        </p:txBody>
      </p:sp>
      <p:pic>
        <p:nvPicPr>
          <p:cNvPr id="32" name="図 31">
            <a:extLst>
              <a:ext uri="{FF2B5EF4-FFF2-40B4-BE49-F238E27FC236}">
                <a16:creationId xmlns:a16="http://schemas.microsoft.com/office/drawing/2014/main" id="{A9E81835-460F-438B-B51E-035BAC5D5E2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37570" y="2416367"/>
            <a:ext cx="1132475" cy="849356"/>
          </a:xfrm>
          <a:prstGeom prst="rect">
            <a:avLst/>
          </a:prstGeom>
        </p:spPr>
      </p:pic>
      <p:sp>
        <p:nvSpPr>
          <p:cNvPr id="5" name="楕円 4">
            <a:extLst>
              <a:ext uri="{FF2B5EF4-FFF2-40B4-BE49-F238E27FC236}">
                <a16:creationId xmlns:a16="http://schemas.microsoft.com/office/drawing/2014/main" id="{F3123273-EFF1-43D4-8361-94B3AB839493}"/>
              </a:ext>
            </a:extLst>
          </p:cNvPr>
          <p:cNvSpPr/>
          <p:nvPr/>
        </p:nvSpPr>
        <p:spPr>
          <a:xfrm>
            <a:off x="4387612" y="3231919"/>
            <a:ext cx="233680" cy="23368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楕円 35">
            <a:extLst>
              <a:ext uri="{FF2B5EF4-FFF2-40B4-BE49-F238E27FC236}">
                <a16:creationId xmlns:a16="http://schemas.microsoft.com/office/drawing/2014/main" id="{AC37DB57-EAFE-4E37-84B1-1389368F6951}"/>
              </a:ext>
            </a:extLst>
          </p:cNvPr>
          <p:cNvSpPr/>
          <p:nvPr/>
        </p:nvSpPr>
        <p:spPr>
          <a:xfrm>
            <a:off x="4535485" y="3568400"/>
            <a:ext cx="233680" cy="23368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楕円 36">
            <a:extLst>
              <a:ext uri="{FF2B5EF4-FFF2-40B4-BE49-F238E27FC236}">
                <a16:creationId xmlns:a16="http://schemas.microsoft.com/office/drawing/2014/main" id="{7CB2D5C0-7588-443F-B479-50E96FDE2F56}"/>
              </a:ext>
            </a:extLst>
          </p:cNvPr>
          <p:cNvSpPr/>
          <p:nvPr/>
        </p:nvSpPr>
        <p:spPr>
          <a:xfrm>
            <a:off x="4736365" y="3943758"/>
            <a:ext cx="233680" cy="23368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3032724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8DC865F-1909-438A-B2FB-B0A0346253D9}"/>
              </a:ext>
            </a:extLst>
          </p:cNvPr>
          <p:cNvSpPr>
            <a:spLocks noGrp="1"/>
          </p:cNvSpPr>
          <p:nvPr>
            <p:ph type="title"/>
          </p:nvPr>
        </p:nvSpPr>
        <p:spPr/>
        <p:txBody>
          <a:bodyPr/>
          <a:lstStyle/>
          <a:p>
            <a:r>
              <a:rPr lang="ja-JP" altLang="en-US" dirty="0"/>
              <a:t>ゲーム開始（敵２）</a:t>
            </a:r>
            <a:endParaRPr kumimoji="1" lang="ja-JP" altLang="en-US" dirty="0"/>
          </a:p>
        </p:txBody>
      </p:sp>
      <p:sp>
        <p:nvSpPr>
          <p:cNvPr id="4" name="正方形/長方形 3">
            <a:extLst>
              <a:ext uri="{FF2B5EF4-FFF2-40B4-BE49-F238E27FC236}">
                <a16:creationId xmlns:a16="http://schemas.microsoft.com/office/drawing/2014/main" id="{347E9679-04E1-4978-9187-AC07295CAC5D}"/>
              </a:ext>
            </a:extLst>
          </p:cNvPr>
          <p:cNvSpPr/>
          <p:nvPr/>
        </p:nvSpPr>
        <p:spPr>
          <a:xfrm>
            <a:off x="1047565" y="1535837"/>
            <a:ext cx="10191565" cy="52200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円: 塗りつぶしなし 9">
            <a:extLst>
              <a:ext uri="{FF2B5EF4-FFF2-40B4-BE49-F238E27FC236}">
                <a16:creationId xmlns:a16="http://schemas.microsoft.com/office/drawing/2014/main" id="{C279B7C3-4415-4D9E-932F-8FFC0FF380BE}"/>
              </a:ext>
            </a:extLst>
          </p:cNvPr>
          <p:cNvSpPr/>
          <p:nvPr/>
        </p:nvSpPr>
        <p:spPr>
          <a:xfrm>
            <a:off x="5909569" y="3735765"/>
            <a:ext cx="372862" cy="372862"/>
          </a:xfrm>
          <a:prstGeom prst="donut">
            <a:avLst>
              <a:gd name="adj" fmla="val 9326"/>
            </a:avLst>
          </a:prstGeom>
          <a:ln>
            <a:solidFill>
              <a:schemeClr val="accent2"/>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solidFill>
                <a:schemeClr val="tx1"/>
              </a:solidFill>
            </a:endParaRPr>
          </a:p>
        </p:txBody>
      </p:sp>
      <p:sp>
        <p:nvSpPr>
          <p:cNvPr id="11" name="円: 塗りつぶしなし 10">
            <a:extLst>
              <a:ext uri="{FF2B5EF4-FFF2-40B4-BE49-F238E27FC236}">
                <a16:creationId xmlns:a16="http://schemas.microsoft.com/office/drawing/2014/main" id="{F406831C-D31E-4147-A6C9-B8F085877310}"/>
              </a:ext>
            </a:extLst>
          </p:cNvPr>
          <p:cNvSpPr/>
          <p:nvPr/>
        </p:nvSpPr>
        <p:spPr>
          <a:xfrm>
            <a:off x="5981330" y="3807526"/>
            <a:ext cx="229340" cy="229340"/>
          </a:xfrm>
          <a:prstGeom prst="donut">
            <a:avLst>
              <a:gd name="adj" fmla="val 9326"/>
            </a:avLst>
          </a:prstGeom>
          <a:ln>
            <a:solidFill>
              <a:schemeClr val="accent2"/>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solidFill>
                <a:schemeClr val="tx1"/>
              </a:solidFill>
            </a:endParaRPr>
          </a:p>
        </p:txBody>
      </p:sp>
      <p:sp>
        <p:nvSpPr>
          <p:cNvPr id="7" name="四角形: 角度付き 6">
            <a:extLst>
              <a:ext uri="{FF2B5EF4-FFF2-40B4-BE49-F238E27FC236}">
                <a16:creationId xmlns:a16="http://schemas.microsoft.com/office/drawing/2014/main" id="{FB430176-3509-4D24-BD03-6BA52EF04E6D}"/>
              </a:ext>
            </a:extLst>
          </p:cNvPr>
          <p:cNvSpPr/>
          <p:nvPr/>
        </p:nvSpPr>
        <p:spPr>
          <a:xfrm>
            <a:off x="1207363" y="3807526"/>
            <a:ext cx="1651247" cy="1651247"/>
          </a:xfrm>
          <a:prstGeom prst="bevel">
            <a:avLst/>
          </a:prstGeom>
          <a:solidFill>
            <a:schemeClr val="tx2">
              <a:lumMod val="60000"/>
              <a:lumOff val="40000"/>
              <a:alpha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楕円 11">
            <a:extLst>
              <a:ext uri="{FF2B5EF4-FFF2-40B4-BE49-F238E27FC236}">
                <a16:creationId xmlns:a16="http://schemas.microsoft.com/office/drawing/2014/main" id="{12255091-2C58-43DD-B7CD-CCE1178A2955}"/>
              </a:ext>
            </a:extLst>
          </p:cNvPr>
          <p:cNvSpPr/>
          <p:nvPr/>
        </p:nvSpPr>
        <p:spPr>
          <a:xfrm>
            <a:off x="1448667" y="4035017"/>
            <a:ext cx="1168637" cy="1168637"/>
          </a:xfrm>
          <a:prstGeom prst="ellipse">
            <a:avLst/>
          </a:prstGeom>
          <a:solidFill>
            <a:schemeClr val="lt1">
              <a:alpha val="6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14" name="四角形: 対角を切り取る 13">
            <a:extLst>
              <a:ext uri="{FF2B5EF4-FFF2-40B4-BE49-F238E27FC236}">
                <a16:creationId xmlns:a16="http://schemas.microsoft.com/office/drawing/2014/main" id="{422D127F-C700-4F9A-B918-0FF4FBDC35C6}"/>
              </a:ext>
            </a:extLst>
          </p:cNvPr>
          <p:cNvSpPr/>
          <p:nvPr/>
        </p:nvSpPr>
        <p:spPr>
          <a:xfrm>
            <a:off x="4813177" y="1576018"/>
            <a:ext cx="2192784" cy="372862"/>
          </a:xfrm>
          <a:prstGeom prst="snip2DiagRect">
            <a:avLst>
              <a:gd name="adj1" fmla="val 0"/>
              <a:gd name="adj2" fmla="val 50000"/>
            </a:avLst>
          </a:prstGeom>
          <a:solidFill>
            <a:schemeClr val="tx2">
              <a:lumMod val="75000"/>
            </a:schemeClr>
          </a:solidFill>
          <a:ln w="57150">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kumimoji="1" lang="en-US" altLang="ja-JP" dirty="0"/>
              <a:t>TIME:100</a:t>
            </a:r>
            <a:endParaRPr kumimoji="1" lang="ja-JP" altLang="en-US" dirty="0"/>
          </a:p>
        </p:txBody>
      </p:sp>
      <p:sp>
        <p:nvSpPr>
          <p:cNvPr id="15" name="四角形: 対角を切り取る 14">
            <a:extLst>
              <a:ext uri="{FF2B5EF4-FFF2-40B4-BE49-F238E27FC236}">
                <a16:creationId xmlns:a16="http://schemas.microsoft.com/office/drawing/2014/main" id="{EC97CC6C-34CA-464F-B089-7A6CB5B09F71}"/>
              </a:ext>
            </a:extLst>
          </p:cNvPr>
          <p:cNvSpPr/>
          <p:nvPr/>
        </p:nvSpPr>
        <p:spPr>
          <a:xfrm>
            <a:off x="8121959" y="1576018"/>
            <a:ext cx="2192784" cy="372862"/>
          </a:xfrm>
          <a:prstGeom prst="snip2DiagRect">
            <a:avLst>
              <a:gd name="adj1" fmla="val 50000"/>
              <a:gd name="adj2" fmla="val 0"/>
            </a:avLst>
          </a:prstGeom>
          <a:solidFill>
            <a:schemeClr val="tx2">
              <a:lumMod val="75000"/>
            </a:schemeClr>
          </a:solidFill>
          <a:ln w="57150">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kumimoji="1" lang="en-US" altLang="ja-JP" dirty="0"/>
              <a:t>SCORE:000000</a:t>
            </a:r>
            <a:endParaRPr kumimoji="1" lang="ja-JP" altLang="en-US" dirty="0"/>
          </a:p>
        </p:txBody>
      </p:sp>
      <p:sp>
        <p:nvSpPr>
          <p:cNvPr id="16" name="正方形/長方形 15">
            <a:extLst>
              <a:ext uri="{FF2B5EF4-FFF2-40B4-BE49-F238E27FC236}">
                <a16:creationId xmlns:a16="http://schemas.microsoft.com/office/drawing/2014/main" id="{325D1B01-1E19-419A-A208-BD7228D31B76}"/>
              </a:ext>
            </a:extLst>
          </p:cNvPr>
          <p:cNvSpPr/>
          <p:nvPr/>
        </p:nvSpPr>
        <p:spPr>
          <a:xfrm>
            <a:off x="6842002" y="1553158"/>
            <a:ext cx="1475228" cy="100522"/>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6E70FCEF-6D39-4E45-859D-699A4BA2F727}"/>
              </a:ext>
            </a:extLst>
          </p:cNvPr>
          <p:cNvSpPr/>
          <p:nvPr/>
        </p:nvSpPr>
        <p:spPr>
          <a:xfrm>
            <a:off x="10338435" y="1555698"/>
            <a:ext cx="893075" cy="100522"/>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18" name="正方形/長方形 17">
            <a:extLst>
              <a:ext uri="{FF2B5EF4-FFF2-40B4-BE49-F238E27FC236}">
                <a16:creationId xmlns:a16="http://schemas.microsoft.com/office/drawing/2014/main" id="{1300B866-10F6-4BA7-9BA5-3D5D0EBDB14A}"/>
              </a:ext>
            </a:extLst>
          </p:cNvPr>
          <p:cNvSpPr/>
          <p:nvPr/>
        </p:nvSpPr>
        <p:spPr>
          <a:xfrm>
            <a:off x="1047565" y="1559254"/>
            <a:ext cx="3741920" cy="13753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20" name="四角形: 対角を切り取る 19">
            <a:extLst>
              <a:ext uri="{FF2B5EF4-FFF2-40B4-BE49-F238E27FC236}">
                <a16:creationId xmlns:a16="http://schemas.microsoft.com/office/drawing/2014/main" id="{B8C316AB-3400-47B7-9F59-8B35559456FE}"/>
              </a:ext>
            </a:extLst>
          </p:cNvPr>
          <p:cNvSpPr/>
          <p:nvPr/>
        </p:nvSpPr>
        <p:spPr>
          <a:xfrm>
            <a:off x="9218351" y="3949618"/>
            <a:ext cx="1917132" cy="1463883"/>
          </a:xfrm>
          <a:prstGeom prst="snip2DiagRect">
            <a:avLst>
              <a:gd name="adj1" fmla="val 15738"/>
              <a:gd name="adj2" fmla="val 12930"/>
            </a:avLst>
          </a:prstGeom>
          <a:solidFill>
            <a:schemeClr val="tx2">
              <a:lumMod val="75000"/>
              <a:alpha val="60000"/>
            </a:schemeClr>
          </a:solidFill>
          <a:ln w="57150">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dirty="0"/>
          </a:p>
        </p:txBody>
      </p:sp>
      <p:sp>
        <p:nvSpPr>
          <p:cNvPr id="21" name="テキスト ボックス 20">
            <a:extLst>
              <a:ext uri="{FF2B5EF4-FFF2-40B4-BE49-F238E27FC236}">
                <a16:creationId xmlns:a16="http://schemas.microsoft.com/office/drawing/2014/main" id="{B93BB916-832D-4CE0-A77C-46C42210F941}"/>
              </a:ext>
            </a:extLst>
          </p:cNvPr>
          <p:cNvSpPr txBox="1"/>
          <p:nvPr/>
        </p:nvSpPr>
        <p:spPr>
          <a:xfrm>
            <a:off x="9248757" y="4145872"/>
            <a:ext cx="1371600" cy="369332"/>
          </a:xfrm>
          <a:prstGeom prst="rect">
            <a:avLst/>
          </a:prstGeom>
          <a:noFill/>
        </p:spPr>
        <p:txBody>
          <a:bodyPr wrap="square" rtlCol="0">
            <a:spAutoFit/>
          </a:bodyPr>
          <a:lstStyle/>
          <a:p>
            <a:r>
              <a:rPr kumimoji="1" lang="ja-JP" altLang="en-US" dirty="0">
                <a:solidFill>
                  <a:schemeClr val="bg1"/>
                </a:solidFill>
              </a:rPr>
              <a:t>～～～～～</a:t>
            </a:r>
          </a:p>
        </p:txBody>
      </p:sp>
      <p:sp>
        <p:nvSpPr>
          <p:cNvPr id="22" name="テキスト ボックス 21">
            <a:extLst>
              <a:ext uri="{FF2B5EF4-FFF2-40B4-BE49-F238E27FC236}">
                <a16:creationId xmlns:a16="http://schemas.microsoft.com/office/drawing/2014/main" id="{A5440B86-CFD4-474B-B1C6-3A3251EEF9B6}"/>
              </a:ext>
            </a:extLst>
          </p:cNvPr>
          <p:cNvSpPr txBox="1"/>
          <p:nvPr/>
        </p:nvSpPr>
        <p:spPr>
          <a:xfrm>
            <a:off x="9233554" y="4515204"/>
            <a:ext cx="1371600" cy="369332"/>
          </a:xfrm>
          <a:prstGeom prst="rect">
            <a:avLst/>
          </a:prstGeom>
          <a:noFill/>
        </p:spPr>
        <p:txBody>
          <a:bodyPr wrap="square" rtlCol="0">
            <a:spAutoFit/>
          </a:bodyPr>
          <a:lstStyle/>
          <a:p>
            <a:r>
              <a:rPr kumimoji="1" lang="ja-JP" altLang="en-US" dirty="0">
                <a:solidFill>
                  <a:schemeClr val="bg1"/>
                </a:solidFill>
              </a:rPr>
              <a:t>～～～～～</a:t>
            </a:r>
          </a:p>
        </p:txBody>
      </p:sp>
      <p:sp>
        <p:nvSpPr>
          <p:cNvPr id="23" name="テキスト ボックス 22">
            <a:extLst>
              <a:ext uri="{FF2B5EF4-FFF2-40B4-BE49-F238E27FC236}">
                <a16:creationId xmlns:a16="http://schemas.microsoft.com/office/drawing/2014/main" id="{B8181C57-D365-4102-8C16-64C8A9A7DD00}"/>
              </a:ext>
            </a:extLst>
          </p:cNvPr>
          <p:cNvSpPr txBox="1"/>
          <p:nvPr/>
        </p:nvSpPr>
        <p:spPr>
          <a:xfrm>
            <a:off x="9248757" y="4896124"/>
            <a:ext cx="1371600" cy="369332"/>
          </a:xfrm>
          <a:prstGeom prst="rect">
            <a:avLst/>
          </a:prstGeom>
          <a:noFill/>
        </p:spPr>
        <p:txBody>
          <a:bodyPr wrap="square" rtlCol="0">
            <a:spAutoFit/>
          </a:bodyPr>
          <a:lstStyle/>
          <a:p>
            <a:r>
              <a:rPr kumimoji="1" lang="ja-JP" altLang="en-US" dirty="0">
                <a:solidFill>
                  <a:schemeClr val="bg1"/>
                </a:solidFill>
              </a:rPr>
              <a:t>～～～～～</a:t>
            </a:r>
          </a:p>
        </p:txBody>
      </p:sp>
      <p:sp>
        <p:nvSpPr>
          <p:cNvPr id="24" name="楕円 23">
            <a:extLst>
              <a:ext uri="{FF2B5EF4-FFF2-40B4-BE49-F238E27FC236}">
                <a16:creationId xmlns:a16="http://schemas.microsoft.com/office/drawing/2014/main" id="{ED52257A-7C23-454B-B2EF-80785B2811F5}"/>
              </a:ext>
            </a:extLst>
          </p:cNvPr>
          <p:cNvSpPr/>
          <p:nvPr/>
        </p:nvSpPr>
        <p:spPr>
          <a:xfrm>
            <a:off x="10650763" y="4111005"/>
            <a:ext cx="333472" cy="333472"/>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25" name="楕円 24">
            <a:extLst>
              <a:ext uri="{FF2B5EF4-FFF2-40B4-BE49-F238E27FC236}">
                <a16:creationId xmlns:a16="http://schemas.microsoft.com/office/drawing/2014/main" id="{F4614126-B1B7-4F3F-92C7-61E965F0D6CD}"/>
              </a:ext>
            </a:extLst>
          </p:cNvPr>
          <p:cNvSpPr/>
          <p:nvPr/>
        </p:nvSpPr>
        <p:spPr>
          <a:xfrm>
            <a:off x="10662986" y="4497274"/>
            <a:ext cx="333472" cy="333472"/>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26" name="楕円 25">
            <a:extLst>
              <a:ext uri="{FF2B5EF4-FFF2-40B4-BE49-F238E27FC236}">
                <a16:creationId xmlns:a16="http://schemas.microsoft.com/office/drawing/2014/main" id="{3075AF5D-CEC3-45E2-B503-F5F4303127AD}"/>
              </a:ext>
            </a:extLst>
          </p:cNvPr>
          <p:cNvSpPr/>
          <p:nvPr/>
        </p:nvSpPr>
        <p:spPr>
          <a:xfrm>
            <a:off x="10662986" y="4896124"/>
            <a:ext cx="333472" cy="333472"/>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pic>
        <p:nvPicPr>
          <p:cNvPr id="27" name="図 26">
            <a:extLst>
              <a:ext uri="{FF2B5EF4-FFF2-40B4-BE49-F238E27FC236}">
                <a16:creationId xmlns:a16="http://schemas.microsoft.com/office/drawing/2014/main" id="{000983AB-B2D3-41C4-BAE6-8DB57554B9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47070" y="4633149"/>
            <a:ext cx="1727200" cy="1107566"/>
          </a:xfrm>
          <a:prstGeom prst="rect">
            <a:avLst/>
          </a:prstGeom>
        </p:spPr>
      </p:pic>
      <p:sp>
        <p:nvSpPr>
          <p:cNvPr id="28" name="四角形: 対角を丸める 27">
            <a:extLst>
              <a:ext uri="{FF2B5EF4-FFF2-40B4-BE49-F238E27FC236}">
                <a16:creationId xmlns:a16="http://schemas.microsoft.com/office/drawing/2014/main" id="{085A2B51-53CF-4035-9218-0249BF648434}"/>
              </a:ext>
            </a:extLst>
          </p:cNvPr>
          <p:cNvSpPr/>
          <p:nvPr/>
        </p:nvSpPr>
        <p:spPr>
          <a:xfrm>
            <a:off x="9218351" y="2110267"/>
            <a:ext cx="1811348" cy="1210072"/>
          </a:xfrm>
          <a:prstGeom prst="round2DiagRect">
            <a:avLst/>
          </a:prstGeom>
          <a:solidFill>
            <a:schemeClr val="accent3">
              <a:alpha val="60000"/>
            </a:schemeClr>
          </a:solidFill>
          <a:ln w="28575">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kumimoji="1" lang="ja-JP" altLang="en-US"/>
          </a:p>
        </p:txBody>
      </p:sp>
      <p:sp>
        <p:nvSpPr>
          <p:cNvPr id="29" name="正方形/長方形 28">
            <a:extLst>
              <a:ext uri="{FF2B5EF4-FFF2-40B4-BE49-F238E27FC236}">
                <a16:creationId xmlns:a16="http://schemas.microsoft.com/office/drawing/2014/main" id="{7E5EFE2E-EA64-407A-891B-469D30DF6196}"/>
              </a:ext>
            </a:extLst>
          </p:cNvPr>
          <p:cNvSpPr/>
          <p:nvPr/>
        </p:nvSpPr>
        <p:spPr>
          <a:xfrm>
            <a:off x="9248757" y="3051975"/>
            <a:ext cx="1778107" cy="240211"/>
          </a:xfrm>
          <a:prstGeom prst="rect">
            <a:avLst/>
          </a:prstGeom>
          <a:solidFill>
            <a:schemeClr val="bg2">
              <a:lumMod val="50000"/>
              <a:alpha val="6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33" name="四角形: 対角を切り取る 32">
            <a:extLst>
              <a:ext uri="{FF2B5EF4-FFF2-40B4-BE49-F238E27FC236}">
                <a16:creationId xmlns:a16="http://schemas.microsoft.com/office/drawing/2014/main" id="{5153CF74-F868-4F7A-A380-87938BD399F8}"/>
              </a:ext>
            </a:extLst>
          </p:cNvPr>
          <p:cNvSpPr/>
          <p:nvPr/>
        </p:nvSpPr>
        <p:spPr>
          <a:xfrm>
            <a:off x="3697709" y="5900185"/>
            <a:ext cx="4423719" cy="372863"/>
          </a:xfrm>
          <a:prstGeom prst="snip2DiagRect">
            <a:avLst>
              <a:gd name="adj1" fmla="val 26630"/>
              <a:gd name="adj2" fmla="val 0"/>
            </a:avLst>
          </a:prstGeom>
          <a:solidFill>
            <a:schemeClr val="bg2">
              <a:lumMod val="9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34" name="四角形: 対角を丸める 33">
            <a:extLst>
              <a:ext uri="{FF2B5EF4-FFF2-40B4-BE49-F238E27FC236}">
                <a16:creationId xmlns:a16="http://schemas.microsoft.com/office/drawing/2014/main" id="{7D6D30BD-64A8-4906-8B4F-36D16EF74D28}"/>
              </a:ext>
            </a:extLst>
          </p:cNvPr>
          <p:cNvSpPr/>
          <p:nvPr/>
        </p:nvSpPr>
        <p:spPr>
          <a:xfrm>
            <a:off x="3830320" y="5968593"/>
            <a:ext cx="2048769" cy="245844"/>
          </a:xfrm>
          <a:prstGeom prst="round2Diag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HP</a:t>
            </a:r>
            <a:endParaRPr kumimoji="1" lang="ja-JP" altLang="en-US" dirty="0"/>
          </a:p>
        </p:txBody>
      </p:sp>
      <p:sp>
        <p:nvSpPr>
          <p:cNvPr id="35" name="四角形: 対角を丸める 34">
            <a:extLst>
              <a:ext uri="{FF2B5EF4-FFF2-40B4-BE49-F238E27FC236}">
                <a16:creationId xmlns:a16="http://schemas.microsoft.com/office/drawing/2014/main" id="{1FB41D92-DF70-4118-9D21-3B8447AF381F}"/>
              </a:ext>
            </a:extLst>
          </p:cNvPr>
          <p:cNvSpPr/>
          <p:nvPr/>
        </p:nvSpPr>
        <p:spPr>
          <a:xfrm>
            <a:off x="5971170" y="5968593"/>
            <a:ext cx="2048769" cy="245844"/>
          </a:xfrm>
          <a:prstGeom prst="round2Diag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SHIELD</a:t>
            </a:r>
            <a:endParaRPr kumimoji="1" lang="ja-JP" altLang="en-US" dirty="0"/>
          </a:p>
        </p:txBody>
      </p:sp>
      <p:pic>
        <p:nvPicPr>
          <p:cNvPr id="32" name="図 31">
            <a:extLst>
              <a:ext uri="{FF2B5EF4-FFF2-40B4-BE49-F238E27FC236}">
                <a16:creationId xmlns:a16="http://schemas.microsoft.com/office/drawing/2014/main" id="{A9E81835-460F-438B-B51E-035BAC5D5E2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63525" y="2417644"/>
            <a:ext cx="1132475" cy="849356"/>
          </a:xfrm>
          <a:prstGeom prst="rect">
            <a:avLst/>
          </a:prstGeom>
        </p:spPr>
      </p:pic>
      <p:sp>
        <p:nvSpPr>
          <p:cNvPr id="3" name="正方形/長方形 2">
            <a:extLst>
              <a:ext uri="{FF2B5EF4-FFF2-40B4-BE49-F238E27FC236}">
                <a16:creationId xmlns:a16="http://schemas.microsoft.com/office/drawing/2014/main" id="{7C51390B-9029-47FA-895F-426E2E996AA9}"/>
              </a:ext>
            </a:extLst>
          </p:cNvPr>
          <p:cNvSpPr/>
          <p:nvPr/>
        </p:nvSpPr>
        <p:spPr>
          <a:xfrm>
            <a:off x="4433370" y="2546170"/>
            <a:ext cx="2192784" cy="1033525"/>
          </a:xfrm>
          <a:prstGeom prst="rect">
            <a:avLst/>
          </a:prstGeom>
          <a:solidFill>
            <a:schemeClr val="accent1">
              <a:lumMod val="60000"/>
              <a:lumOff val="40000"/>
              <a:alpha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楕円 5">
            <a:extLst>
              <a:ext uri="{FF2B5EF4-FFF2-40B4-BE49-F238E27FC236}">
                <a16:creationId xmlns:a16="http://schemas.microsoft.com/office/drawing/2014/main" id="{5A84602C-14F4-450C-BFDD-728BF603EECF}"/>
              </a:ext>
            </a:extLst>
          </p:cNvPr>
          <p:cNvSpPr/>
          <p:nvPr/>
        </p:nvSpPr>
        <p:spPr>
          <a:xfrm rot="21244791">
            <a:off x="5561260" y="3295915"/>
            <a:ext cx="124830" cy="1015477"/>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461554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8DC865F-1909-438A-B2FB-B0A0346253D9}"/>
              </a:ext>
            </a:extLst>
          </p:cNvPr>
          <p:cNvSpPr>
            <a:spLocks noGrp="1"/>
          </p:cNvSpPr>
          <p:nvPr>
            <p:ph type="title"/>
          </p:nvPr>
        </p:nvSpPr>
        <p:spPr/>
        <p:txBody>
          <a:bodyPr/>
          <a:lstStyle/>
          <a:p>
            <a:r>
              <a:rPr lang="ja-JP" altLang="en-US" dirty="0"/>
              <a:t>ゲーム開始（敵３）</a:t>
            </a:r>
            <a:endParaRPr kumimoji="1" lang="ja-JP" altLang="en-US" dirty="0"/>
          </a:p>
        </p:txBody>
      </p:sp>
      <p:sp>
        <p:nvSpPr>
          <p:cNvPr id="4" name="正方形/長方形 3">
            <a:extLst>
              <a:ext uri="{FF2B5EF4-FFF2-40B4-BE49-F238E27FC236}">
                <a16:creationId xmlns:a16="http://schemas.microsoft.com/office/drawing/2014/main" id="{347E9679-04E1-4978-9187-AC07295CAC5D}"/>
              </a:ext>
            </a:extLst>
          </p:cNvPr>
          <p:cNvSpPr/>
          <p:nvPr/>
        </p:nvSpPr>
        <p:spPr>
          <a:xfrm>
            <a:off x="1047565" y="1535837"/>
            <a:ext cx="10191565" cy="52200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円: 塗りつぶしなし 9">
            <a:extLst>
              <a:ext uri="{FF2B5EF4-FFF2-40B4-BE49-F238E27FC236}">
                <a16:creationId xmlns:a16="http://schemas.microsoft.com/office/drawing/2014/main" id="{C279B7C3-4415-4D9E-932F-8FFC0FF380BE}"/>
              </a:ext>
            </a:extLst>
          </p:cNvPr>
          <p:cNvSpPr/>
          <p:nvPr/>
        </p:nvSpPr>
        <p:spPr>
          <a:xfrm>
            <a:off x="5909569" y="3735765"/>
            <a:ext cx="372862" cy="372862"/>
          </a:xfrm>
          <a:prstGeom prst="donut">
            <a:avLst>
              <a:gd name="adj" fmla="val 9326"/>
            </a:avLst>
          </a:prstGeom>
          <a:ln>
            <a:solidFill>
              <a:schemeClr val="accent2"/>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solidFill>
                <a:schemeClr val="tx1"/>
              </a:solidFill>
            </a:endParaRPr>
          </a:p>
        </p:txBody>
      </p:sp>
      <p:sp>
        <p:nvSpPr>
          <p:cNvPr id="11" name="円: 塗りつぶしなし 10">
            <a:extLst>
              <a:ext uri="{FF2B5EF4-FFF2-40B4-BE49-F238E27FC236}">
                <a16:creationId xmlns:a16="http://schemas.microsoft.com/office/drawing/2014/main" id="{F406831C-D31E-4147-A6C9-B8F085877310}"/>
              </a:ext>
            </a:extLst>
          </p:cNvPr>
          <p:cNvSpPr/>
          <p:nvPr/>
        </p:nvSpPr>
        <p:spPr>
          <a:xfrm>
            <a:off x="5981330" y="3807526"/>
            <a:ext cx="229340" cy="229340"/>
          </a:xfrm>
          <a:prstGeom prst="donut">
            <a:avLst>
              <a:gd name="adj" fmla="val 9326"/>
            </a:avLst>
          </a:prstGeom>
          <a:ln>
            <a:solidFill>
              <a:schemeClr val="accent2"/>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solidFill>
                <a:schemeClr val="tx1"/>
              </a:solidFill>
            </a:endParaRPr>
          </a:p>
        </p:txBody>
      </p:sp>
      <p:sp>
        <p:nvSpPr>
          <p:cNvPr id="7" name="四角形: 角度付き 6">
            <a:extLst>
              <a:ext uri="{FF2B5EF4-FFF2-40B4-BE49-F238E27FC236}">
                <a16:creationId xmlns:a16="http://schemas.microsoft.com/office/drawing/2014/main" id="{FB430176-3509-4D24-BD03-6BA52EF04E6D}"/>
              </a:ext>
            </a:extLst>
          </p:cNvPr>
          <p:cNvSpPr/>
          <p:nvPr/>
        </p:nvSpPr>
        <p:spPr>
          <a:xfrm>
            <a:off x="1207363" y="3807526"/>
            <a:ext cx="1651247" cy="1651247"/>
          </a:xfrm>
          <a:prstGeom prst="bevel">
            <a:avLst/>
          </a:prstGeom>
          <a:solidFill>
            <a:schemeClr val="tx2">
              <a:lumMod val="60000"/>
              <a:lumOff val="40000"/>
              <a:alpha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楕円 11">
            <a:extLst>
              <a:ext uri="{FF2B5EF4-FFF2-40B4-BE49-F238E27FC236}">
                <a16:creationId xmlns:a16="http://schemas.microsoft.com/office/drawing/2014/main" id="{12255091-2C58-43DD-B7CD-CCE1178A2955}"/>
              </a:ext>
            </a:extLst>
          </p:cNvPr>
          <p:cNvSpPr/>
          <p:nvPr/>
        </p:nvSpPr>
        <p:spPr>
          <a:xfrm>
            <a:off x="1448667" y="4035017"/>
            <a:ext cx="1168637" cy="1168637"/>
          </a:xfrm>
          <a:prstGeom prst="ellipse">
            <a:avLst/>
          </a:prstGeom>
          <a:solidFill>
            <a:schemeClr val="lt1">
              <a:alpha val="6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14" name="四角形: 対角を切り取る 13">
            <a:extLst>
              <a:ext uri="{FF2B5EF4-FFF2-40B4-BE49-F238E27FC236}">
                <a16:creationId xmlns:a16="http://schemas.microsoft.com/office/drawing/2014/main" id="{422D127F-C700-4F9A-B918-0FF4FBDC35C6}"/>
              </a:ext>
            </a:extLst>
          </p:cNvPr>
          <p:cNvSpPr/>
          <p:nvPr/>
        </p:nvSpPr>
        <p:spPr>
          <a:xfrm>
            <a:off x="4813177" y="1576018"/>
            <a:ext cx="2192784" cy="372862"/>
          </a:xfrm>
          <a:prstGeom prst="snip2DiagRect">
            <a:avLst>
              <a:gd name="adj1" fmla="val 0"/>
              <a:gd name="adj2" fmla="val 50000"/>
            </a:avLst>
          </a:prstGeom>
          <a:solidFill>
            <a:schemeClr val="tx2">
              <a:lumMod val="75000"/>
            </a:schemeClr>
          </a:solidFill>
          <a:ln w="57150">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kumimoji="1" lang="en-US" altLang="ja-JP" dirty="0"/>
              <a:t>TIME:100</a:t>
            </a:r>
            <a:endParaRPr kumimoji="1" lang="ja-JP" altLang="en-US" dirty="0"/>
          </a:p>
        </p:txBody>
      </p:sp>
      <p:sp>
        <p:nvSpPr>
          <p:cNvPr id="15" name="四角形: 対角を切り取る 14">
            <a:extLst>
              <a:ext uri="{FF2B5EF4-FFF2-40B4-BE49-F238E27FC236}">
                <a16:creationId xmlns:a16="http://schemas.microsoft.com/office/drawing/2014/main" id="{EC97CC6C-34CA-464F-B089-7A6CB5B09F71}"/>
              </a:ext>
            </a:extLst>
          </p:cNvPr>
          <p:cNvSpPr/>
          <p:nvPr/>
        </p:nvSpPr>
        <p:spPr>
          <a:xfrm>
            <a:off x="8121959" y="1576018"/>
            <a:ext cx="2192784" cy="372862"/>
          </a:xfrm>
          <a:prstGeom prst="snip2DiagRect">
            <a:avLst>
              <a:gd name="adj1" fmla="val 50000"/>
              <a:gd name="adj2" fmla="val 0"/>
            </a:avLst>
          </a:prstGeom>
          <a:solidFill>
            <a:schemeClr val="tx2">
              <a:lumMod val="75000"/>
            </a:schemeClr>
          </a:solidFill>
          <a:ln w="57150">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kumimoji="1" lang="en-US" altLang="ja-JP" dirty="0"/>
              <a:t>SCORE:000000</a:t>
            </a:r>
            <a:endParaRPr kumimoji="1" lang="ja-JP" altLang="en-US" dirty="0"/>
          </a:p>
        </p:txBody>
      </p:sp>
      <p:sp>
        <p:nvSpPr>
          <p:cNvPr id="16" name="正方形/長方形 15">
            <a:extLst>
              <a:ext uri="{FF2B5EF4-FFF2-40B4-BE49-F238E27FC236}">
                <a16:creationId xmlns:a16="http://schemas.microsoft.com/office/drawing/2014/main" id="{325D1B01-1E19-419A-A208-BD7228D31B76}"/>
              </a:ext>
            </a:extLst>
          </p:cNvPr>
          <p:cNvSpPr/>
          <p:nvPr/>
        </p:nvSpPr>
        <p:spPr>
          <a:xfrm>
            <a:off x="6842002" y="1553158"/>
            <a:ext cx="1475228" cy="100522"/>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6E70FCEF-6D39-4E45-859D-699A4BA2F727}"/>
              </a:ext>
            </a:extLst>
          </p:cNvPr>
          <p:cNvSpPr/>
          <p:nvPr/>
        </p:nvSpPr>
        <p:spPr>
          <a:xfrm>
            <a:off x="10338435" y="1555698"/>
            <a:ext cx="893075" cy="100522"/>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18" name="正方形/長方形 17">
            <a:extLst>
              <a:ext uri="{FF2B5EF4-FFF2-40B4-BE49-F238E27FC236}">
                <a16:creationId xmlns:a16="http://schemas.microsoft.com/office/drawing/2014/main" id="{1300B866-10F6-4BA7-9BA5-3D5D0EBDB14A}"/>
              </a:ext>
            </a:extLst>
          </p:cNvPr>
          <p:cNvSpPr/>
          <p:nvPr/>
        </p:nvSpPr>
        <p:spPr>
          <a:xfrm>
            <a:off x="1047565" y="1559254"/>
            <a:ext cx="3741920" cy="13753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20" name="四角形: 対角を切り取る 19">
            <a:extLst>
              <a:ext uri="{FF2B5EF4-FFF2-40B4-BE49-F238E27FC236}">
                <a16:creationId xmlns:a16="http://schemas.microsoft.com/office/drawing/2014/main" id="{B8C316AB-3400-47B7-9F59-8B35559456FE}"/>
              </a:ext>
            </a:extLst>
          </p:cNvPr>
          <p:cNvSpPr/>
          <p:nvPr/>
        </p:nvSpPr>
        <p:spPr>
          <a:xfrm>
            <a:off x="9218351" y="3949618"/>
            <a:ext cx="1917132" cy="1463883"/>
          </a:xfrm>
          <a:prstGeom prst="snip2DiagRect">
            <a:avLst>
              <a:gd name="adj1" fmla="val 15738"/>
              <a:gd name="adj2" fmla="val 12930"/>
            </a:avLst>
          </a:prstGeom>
          <a:solidFill>
            <a:schemeClr val="tx2">
              <a:lumMod val="75000"/>
              <a:alpha val="60000"/>
            </a:schemeClr>
          </a:solidFill>
          <a:ln w="57150">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dirty="0"/>
          </a:p>
        </p:txBody>
      </p:sp>
      <p:sp>
        <p:nvSpPr>
          <p:cNvPr id="21" name="テキスト ボックス 20">
            <a:extLst>
              <a:ext uri="{FF2B5EF4-FFF2-40B4-BE49-F238E27FC236}">
                <a16:creationId xmlns:a16="http://schemas.microsoft.com/office/drawing/2014/main" id="{B93BB916-832D-4CE0-A77C-46C42210F941}"/>
              </a:ext>
            </a:extLst>
          </p:cNvPr>
          <p:cNvSpPr txBox="1"/>
          <p:nvPr/>
        </p:nvSpPr>
        <p:spPr>
          <a:xfrm>
            <a:off x="9248757" y="4145872"/>
            <a:ext cx="1371600" cy="369332"/>
          </a:xfrm>
          <a:prstGeom prst="rect">
            <a:avLst/>
          </a:prstGeom>
          <a:noFill/>
        </p:spPr>
        <p:txBody>
          <a:bodyPr wrap="square" rtlCol="0">
            <a:spAutoFit/>
          </a:bodyPr>
          <a:lstStyle/>
          <a:p>
            <a:r>
              <a:rPr kumimoji="1" lang="ja-JP" altLang="en-US" dirty="0">
                <a:solidFill>
                  <a:schemeClr val="bg1"/>
                </a:solidFill>
              </a:rPr>
              <a:t>～～～～～</a:t>
            </a:r>
          </a:p>
        </p:txBody>
      </p:sp>
      <p:sp>
        <p:nvSpPr>
          <p:cNvPr id="22" name="テキスト ボックス 21">
            <a:extLst>
              <a:ext uri="{FF2B5EF4-FFF2-40B4-BE49-F238E27FC236}">
                <a16:creationId xmlns:a16="http://schemas.microsoft.com/office/drawing/2014/main" id="{A5440B86-CFD4-474B-B1C6-3A3251EEF9B6}"/>
              </a:ext>
            </a:extLst>
          </p:cNvPr>
          <p:cNvSpPr txBox="1"/>
          <p:nvPr/>
        </p:nvSpPr>
        <p:spPr>
          <a:xfrm>
            <a:off x="9233554" y="4515204"/>
            <a:ext cx="1371600" cy="369332"/>
          </a:xfrm>
          <a:prstGeom prst="rect">
            <a:avLst/>
          </a:prstGeom>
          <a:noFill/>
        </p:spPr>
        <p:txBody>
          <a:bodyPr wrap="square" rtlCol="0">
            <a:spAutoFit/>
          </a:bodyPr>
          <a:lstStyle/>
          <a:p>
            <a:r>
              <a:rPr kumimoji="1" lang="ja-JP" altLang="en-US" dirty="0">
                <a:solidFill>
                  <a:schemeClr val="bg1"/>
                </a:solidFill>
              </a:rPr>
              <a:t>～～～～～</a:t>
            </a:r>
          </a:p>
        </p:txBody>
      </p:sp>
      <p:sp>
        <p:nvSpPr>
          <p:cNvPr id="23" name="テキスト ボックス 22">
            <a:extLst>
              <a:ext uri="{FF2B5EF4-FFF2-40B4-BE49-F238E27FC236}">
                <a16:creationId xmlns:a16="http://schemas.microsoft.com/office/drawing/2014/main" id="{B8181C57-D365-4102-8C16-64C8A9A7DD00}"/>
              </a:ext>
            </a:extLst>
          </p:cNvPr>
          <p:cNvSpPr txBox="1"/>
          <p:nvPr/>
        </p:nvSpPr>
        <p:spPr>
          <a:xfrm>
            <a:off x="9248757" y="4896124"/>
            <a:ext cx="1371600" cy="369332"/>
          </a:xfrm>
          <a:prstGeom prst="rect">
            <a:avLst/>
          </a:prstGeom>
          <a:noFill/>
        </p:spPr>
        <p:txBody>
          <a:bodyPr wrap="square" rtlCol="0">
            <a:spAutoFit/>
          </a:bodyPr>
          <a:lstStyle/>
          <a:p>
            <a:r>
              <a:rPr kumimoji="1" lang="ja-JP" altLang="en-US" dirty="0">
                <a:solidFill>
                  <a:schemeClr val="bg1"/>
                </a:solidFill>
              </a:rPr>
              <a:t>～～～～～</a:t>
            </a:r>
          </a:p>
        </p:txBody>
      </p:sp>
      <p:sp>
        <p:nvSpPr>
          <p:cNvPr id="24" name="楕円 23">
            <a:extLst>
              <a:ext uri="{FF2B5EF4-FFF2-40B4-BE49-F238E27FC236}">
                <a16:creationId xmlns:a16="http://schemas.microsoft.com/office/drawing/2014/main" id="{ED52257A-7C23-454B-B2EF-80785B2811F5}"/>
              </a:ext>
            </a:extLst>
          </p:cNvPr>
          <p:cNvSpPr/>
          <p:nvPr/>
        </p:nvSpPr>
        <p:spPr>
          <a:xfrm>
            <a:off x="10650763" y="4111005"/>
            <a:ext cx="333472" cy="333472"/>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25" name="楕円 24">
            <a:extLst>
              <a:ext uri="{FF2B5EF4-FFF2-40B4-BE49-F238E27FC236}">
                <a16:creationId xmlns:a16="http://schemas.microsoft.com/office/drawing/2014/main" id="{F4614126-B1B7-4F3F-92C7-61E965F0D6CD}"/>
              </a:ext>
            </a:extLst>
          </p:cNvPr>
          <p:cNvSpPr/>
          <p:nvPr/>
        </p:nvSpPr>
        <p:spPr>
          <a:xfrm>
            <a:off x="10662986" y="4497274"/>
            <a:ext cx="333472" cy="333472"/>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26" name="楕円 25">
            <a:extLst>
              <a:ext uri="{FF2B5EF4-FFF2-40B4-BE49-F238E27FC236}">
                <a16:creationId xmlns:a16="http://schemas.microsoft.com/office/drawing/2014/main" id="{3075AF5D-CEC3-45E2-B503-F5F4303127AD}"/>
              </a:ext>
            </a:extLst>
          </p:cNvPr>
          <p:cNvSpPr/>
          <p:nvPr/>
        </p:nvSpPr>
        <p:spPr>
          <a:xfrm>
            <a:off x="10662986" y="4896124"/>
            <a:ext cx="333472" cy="333472"/>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pic>
        <p:nvPicPr>
          <p:cNvPr id="27" name="図 26">
            <a:extLst>
              <a:ext uri="{FF2B5EF4-FFF2-40B4-BE49-F238E27FC236}">
                <a16:creationId xmlns:a16="http://schemas.microsoft.com/office/drawing/2014/main" id="{000983AB-B2D3-41C4-BAE6-8DB57554B9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47070" y="4633149"/>
            <a:ext cx="1727200" cy="1107566"/>
          </a:xfrm>
          <a:prstGeom prst="rect">
            <a:avLst/>
          </a:prstGeom>
        </p:spPr>
      </p:pic>
      <p:sp>
        <p:nvSpPr>
          <p:cNvPr id="28" name="四角形: 対角を丸める 27">
            <a:extLst>
              <a:ext uri="{FF2B5EF4-FFF2-40B4-BE49-F238E27FC236}">
                <a16:creationId xmlns:a16="http://schemas.microsoft.com/office/drawing/2014/main" id="{085A2B51-53CF-4035-9218-0249BF648434}"/>
              </a:ext>
            </a:extLst>
          </p:cNvPr>
          <p:cNvSpPr/>
          <p:nvPr/>
        </p:nvSpPr>
        <p:spPr>
          <a:xfrm>
            <a:off x="9218351" y="2110267"/>
            <a:ext cx="1811348" cy="1210072"/>
          </a:xfrm>
          <a:prstGeom prst="round2DiagRect">
            <a:avLst/>
          </a:prstGeom>
          <a:solidFill>
            <a:schemeClr val="accent3">
              <a:alpha val="60000"/>
            </a:schemeClr>
          </a:solidFill>
          <a:ln w="28575">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kumimoji="1" lang="ja-JP" altLang="en-US"/>
          </a:p>
        </p:txBody>
      </p:sp>
      <p:sp>
        <p:nvSpPr>
          <p:cNvPr id="29" name="正方形/長方形 28">
            <a:extLst>
              <a:ext uri="{FF2B5EF4-FFF2-40B4-BE49-F238E27FC236}">
                <a16:creationId xmlns:a16="http://schemas.microsoft.com/office/drawing/2014/main" id="{7E5EFE2E-EA64-407A-891B-469D30DF6196}"/>
              </a:ext>
            </a:extLst>
          </p:cNvPr>
          <p:cNvSpPr/>
          <p:nvPr/>
        </p:nvSpPr>
        <p:spPr>
          <a:xfrm>
            <a:off x="9248757" y="3051975"/>
            <a:ext cx="1778107" cy="240211"/>
          </a:xfrm>
          <a:prstGeom prst="rect">
            <a:avLst/>
          </a:prstGeom>
          <a:solidFill>
            <a:schemeClr val="bg2">
              <a:lumMod val="50000"/>
              <a:alpha val="6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33" name="四角形: 対角を切り取る 32">
            <a:extLst>
              <a:ext uri="{FF2B5EF4-FFF2-40B4-BE49-F238E27FC236}">
                <a16:creationId xmlns:a16="http://schemas.microsoft.com/office/drawing/2014/main" id="{5153CF74-F868-4F7A-A380-87938BD399F8}"/>
              </a:ext>
            </a:extLst>
          </p:cNvPr>
          <p:cNvSpPr/>
          <p:nvPr/>
        </p:nvSpPr>
        <p:spPr>
          <a:xfrm>
            <a:off x="3697709" y="5900185"/>
            <a:ext cx="4423719" cy="372863"/>
          </a:xfrm>
          <a:prstGeom prst="snip2DiagRect">
            <a:avLst>
              <a:gd name="adj1" fmla="val 26630"/>
              <a:gd name="adj2" fmla="val 0"/>
            </a:avLst>
          </a:prstGeom>
          <a:solidFill>
            <a:schemeClr val="bg2">
              <a:lumMod val="9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34" name="四角形: 対角を丸める 33">
            <a:extLst>
              <a:ext uri="{FF2B5EF4-FFF2-40B4-BE49-F238E27FC236}">
                <a16:creationId xmlns:a16="http://schemas.microsoft.com/office/drawing/2014/main" id="{7D6D30BD-64A8-4906-8B4F-36D16EF74D28}"/>
              </a:ext>
            </a:extLst>
          </p:cNvPr>
          <p:cNvSpPr/>
          <p:nvPr/>
        </p:nvSpPr>
        <p:spPr>
          <a:xfrm>
            <a:off x="3830320" y="5968593"/>
            <a:ext cx="2048769" cy="245844"/>
          </a:xfrm>
          <a:prstGeom prst="round2Diag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HP</a:t>
            </a:r>
            <a:endParaRPr kumimoji="1" lang="ja-JP" altLang="en-US" dirty="0"/>
          </a:p>
        </p:txBody>
      </p:sp>
      <p:sp>
        <p:nvSpPr>
          <p:cNvPr id="35" name="四角形: 対角を丸める 34">
            <a:extLst>
              <a:ext uri="{FF2B5EF4-FFF2-40B4-BE49-F238E27FC236}">
                <a16:creationId xmlns:a16="http://schemas.microsoft.com/office/drawing/2014/main" id="{1FB41D92-DF70-4118-9D21-3B8447AF381F}"/>
              </a:ext>
            </a:extLst>
          </p:cNvPr>
          <p:cNvSpPr/>
          <p:nvPr/>
        </p:nvSpPr>
        <p:spPr>
          <a:xfrm>
            <a:off x="5971170" y="5968593"/>
            <a:ext cx="2048769" cy="245844"/>
          </a:xfrm>
          <a:prstGeom prst="round2Diag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SHIELD</a:t>
            </a:r>
            <a:endParaRPr kumimoji="1" lang="ja-JP" altLang="en-US" dirty="0"/>
          </a:p>
        </p:txBody>
      </p:sp>
      <p:pic>
        <p:nvPicPr>
          <p:cNvPr id="32" name="図 31">
            <a:extLst>
              <a:ext uri="{FF2B5EF4-FFF2-40B4-BE49-F238E27FC236}">
                <a16:creationId xmlns:a16="http://schemas.microsoft.com/office/drawing/2014/main" id="{A9E81835-460F-438B-B51E-035BAC5D5E2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73870" y="4664010"/>
            <a:ext cx="1132475" cy="849356"/>
          </a:xfrm>
          <a:prstGeom prst="rect">
            <a:avLst/>
          </a:prstGeom>
        </p:spPr>
      </p:pic>
    </p:spTree>
    <p:extLst>
      <p:ext uri="{BB962C8B-B14F-4D97-AF65-F5344CB8AC3E}">
        <p14:creationId xmlns:p14="http://schemas.microsoft.com/office/powerpoint/2010/main" val="15650249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8DC865F-1909-438A-B2FB-B0A0346253D9}"/>
              </a:ext>
            </a:extLst>
          </p:cNvPr>
          <p:cNvSpPr>
            <a:spLocks noGrp="1"/>
          </p:cNvSpPr>
          <p:nvPr>
            <p:ph type="title"/>
          </p:nvPr>
        </p:nvSpPr>
        <p:spPr/>
        <p:txBody>
          <a:bodyPr/>
          <a:lstStyle/>
          <a:p>
            <a:r>
              <a:rPr lang="ja-JP" altLang="en-US" dirty="0"/>
              <a:t>ゲーム開始（敵４）</a:t>
            </a:r>
            <a:endParaRPr kumimoji="1" lang="ja-JP" altLang="en-US" dirty="0"/>
          </a:p>
        </p:txBody>
      </p:sp>
      <p:sp>
        <p:nvSpPr>
          <p:cNvPr id="4" name="正方形/長方形 3">
            <a:extLst>
              <a:ext uri="{FF2B5EF4-FFF2-40B4-BE49-F238E27FC236}">
                <a16:creationId xmlns:a16="http://schemas.microsoft.com/office/drawing/2014/main" id="{347E9679-04E1-4978-9187-AC07295CAC5D}"/>
              </a:ext>
            </a:extLst>
          </p:cNvPr>
          <p:cNvSpPr/>
          <p:nvPr/>
        </p:nvSpPr>
        <p:spPr>
          <a:xfrm>
            <a:off x="1056517" y="1541017"/>
            <a:ext cx="10191565" cy="52200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円: 塗りつぶしなし 9">
            <a:extLst>
              <a:ext uri="{FF2B5EF4-FFF2-40B4-BE49-F238E27FC236}">
                <a16:creationId xmlns:a16="http://schemas.microsoft.com/office/drawing/2014/main" id="{C279B7C3-4415-4D9E-932F-8FFC0FF380BE}"/>
              </a:ext>
            </a:extLst>
          </p:cNvPr>
          <p:cNvSpPr/>
          <p:nvPr/>
        </p:nvSpPr>
        <p:spPr>
          <a:xfrm>
            <a:off x="5909569" y="3735765"/>
            <a:ext cx="372862" cy="372862"/>
          </a:xfrm>
          <a:prstGeom prst="donut">
            <a:avLst>
              <a:gd name="adj" fmla="val 9326"/>
            </a:avLst>
          </a:prstGeom>
          <a:ln>
            <a:solidFill>
              <a:schemeClr val="accent2"/>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solidFill>
                <a:schemeClr val="tx1"/>
              </a:solidFill>
            </a:endParaRPr>
          </a:p>
        </p:txBody>
      </p:sp>
      <p:sp>
        <p:nvSpPr>
          <p:cNvPr id="11" name="円: 塗りつぶしなし 10">
            <a:extLst>
              <a:ext uri="{FF2B5EF4-FFF2-40B4-BE49-F238E27FC236}">
                <a16:creationId xmlns:a16="http://schemas.microsoft.com/office/drawing/2014/main" id="{F406831C-D31E-4147-A6C9-B8F085877310}"/>
              </a:ext>
            </a:extLst>
          </p:cNvPr>
          <p:cNvSpPr/>
          <p:nvPr/>
        </p:nvSpPr>
        <p:spPr>
          <a:xfrm>
            <a:off x="5981330" y="3807526"/>
            <a:ext cx="229340" cy="229340"/>
          </a:xfrm>
          <a:prstGeom prst="donut">
            <a:avLst>
              <a:gd name="adj" fmla="val 9326"/>
            </a:avLst>
          </a:prstGeom>
          <a:ln>
            <a:solidFill>
              <a:schemeClr val="accent2"/>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solidFill>
                <a:schemeClr val="tx1"/>
              </a:solidFill>
            </a:endParaRPr>
          </a:p>
        </p:txBody>
      </p:sp>
      <p:sp>
        <p:nvSpPr>
          <p:cNvPr id="7" name="四角形: 角度付き 6">
            <a:extLst>
              <a:ext uri="{FF2B5EF4-FFF2-40B4-BE49-F238E27FC236}">
                <a16:creationId xmlns:a16="http://schemas.microsoft.com/office/drawing/2014/main" id="{FB430176-3509-4D24-BD03-6BA52EF04E6D}"/>
              </a:ext>
            </a:extLst>
          </p:cNvPr>
          <p:cNvSpPr/>
          <p:nvPr/>
        </p:nvSpPr>
        <p:spPr>
          <a:xfrm>
            <a:off x="1207363" y="3807526"/>
            <a:ext cx="1651247" cy="1651247"/>
          </a:xfrm>
          <a:prstGeom prst="bevel">
            <a:avLst/>
          </a:prstGeom>
          <a:solidFill>
            <a:schemeClr val="tx2">
              <a:lumMod val="60000"/>
              <a:lumOff val="40000"/>
              <a:alpha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楕円 11">
            <a:extLst>
              <a:ext uri="{FF2B5EF4-FFF2-40B4-BE49-F238E27FC236}">
                <a16:creationId xmlns:a16="http://schemas.microsoft.com/office/drawing/2014/main" id="{12255091-2C58-43DD-B7CD-CCE1178A2955}"/>
              </a:ext>
            </a:extLst>
          </p:cNvPr>
          <p:cNvSpPr/>
          <p:nvPr/>
        </p:nvSpPr>
        <p:spPr>
          <a:xfrm>
            <a:off x="1448667" y="4035017"/>
            <a:ext cx="1168637" cy="1168637"/>
          </a:xfrm>
          <a:prstGeom prst="ellipse">
            <a:avLst/>
          </a:prstGeom>
          <a:solidFill>
            <a:schemeClr val="lt1">
              <a:alpha val="6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14" name="四角形: 対角を切り取る 13">
            <a:extLst>
              <a:ext uri="{FF2B5EF4-FFF2-40B4-BE49-F238E27FC236}">
                <a16:creationId xmlns:a16="http://schemas.microsoft.com/office/drawing/2014/main" id="{422D127F-C700-4F9A-B918-0FF4FBDC35C6}"/>
              </a:ext>
            </a:extLst>
          </p:cNvPr>
          <p:cNvSpPr/>
          <p:nvPr/>
        </p:nvSpPr>
        <p:spPr>
          <a:xfrm>
            <a:off x="4813177" y="1576018"/>
            <a:ext cx="2192784" cy="372862"/>
          </a:xfrm>
          <a:prstGeom prst="snip2DiagRect">
            <a:avLst>
              <a:gd name="adj1" fmla="val 0"/>
              <a:gd name="adj2" fmla="val 50000"/>
            </a:avLst>
          </a:prstGeom>
          <a:solidFill>
            <a:schemeClr val="tx2">
              <a:lumMod val="75000"/>
            </a:schemeClr>
          </a:solidFill>
          <a:ln w="57150">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kumimoji="1" lang="en-US" altLang="ja-JP" dirty="0"/>
              <a:t>TIME:100</a:t>
            </a:r>
            <a:endParaRPr kumimoji="1" lang="ja-JP" altLang="en-US" dirty="0"/>
          </a:p>
        </p:txBody>
      </p:sp>
      <p:sp>
        <p:nvSpPr>
          <p:cNvPr id="15" name="四角形: 対角を切り取る 14">
            <a:extLst>
              <a:ext uri="{FF2B5EF4-FFF2-40B4-BE49-F238E27FC236}">
                <a16:creationId xmlns:a16="http://schemas.microsoft.com/office/drawing/2014/main" id="{EC97CC6C-34CA-464F-B089-7A6CB5B09F71}"/>
              </a:ext>
            </a:extLst>
          </p:cNvPr>
          <p:cNvSpPr/>
          <p:nvPr/>
        </p:nvSpPr>
        <p:spPr>
          <a:xfrm>
            <a:off x="8121959" y="1576018"/>
            <a:ext cx="2192784" cy="372862"/>
          </a:xfrm>
          <a:prstGeom prst="snip2DiagRect">
            <a:avLst>
              <a:gd name="adj1" fmla="val 50000"/>
              <a:gd name="adj2" fmla="val 0"/>
            </a:avLst>
          </a:prstGeom>
          <a:solidFill>
            <a:schemeClr val="tx2">
              <a:lumMod val="75000"/>
            </a:schemeClr>
          </a:solidFill>
          <a:ln w="57150">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kumimoji="1" lang="en-US" altLang="ja-JP" dirty="0"/>
              <a:t>SCORE:000000</a:t>
            </a:r>
            <a:endParaRPr kumimoji="1" lang="ja-JP" altLang="en-US" dirty="0"/>
          </a:p>
        </p:txBody>
      </p:sp>
      <p:sp>
        <p:nvSpPr>
          <p:cNvPr id="16" name="正方形/長方形 15">
            <a:extLst>
              <a:ext uri="{FF2B5EF4-FFF2-40B4-BE49-F238E27FC236}">
                <a16:creationId xmlns:a16="http://schemas.microsoft.com/office/drawing/2014/main" id="{325D1B01-1E19-419A-A208-BD7228D31B76}"/>
              </a:ext>
            </a:extLst>
          </p:cNvPr>
          <p:cNvSpPr/>
          <p:nvPr/>
        </p:nvSpPr>
        <p:spPr>
          <a:xfrm>
            <a:off x="6842002" y="1553158"/>
            <a:ext cx="1475228" cy="100522"/>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6E70FCEF-6D39-4E45-859D-699A4BA2F727}"/>
              </a:ext>
            </a:extLst>
          </p:cNvPr>
          <p:cNvSpPr/>
          <p:nvPr/>
        </p:nvSpPr>
        <p:spPr>
          <a:xfrm>
            <a:off x="10338435" y="1555698"/>
            <a:ext cx="893075" cy="100522"/>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18" name="正方形/長方形 17">
            <a:extLst>
              <a:ext uri="{FF2B5EF4-FFF2-40B4-BE49-F238E27FC236}">
                <a16:creationId xmlns:a16="http://schemas.microsoft.com/office/drawing/2014/main" id="{1300B866-10F6-4BA7-9BA5-3D5D0EBDB14A}"/>
              </a:ext>
            </a:extLst>
          </p:cNvPr>
          <p:cNvSpPr/>
          <p:nvPr/>
        </p:nvSpPr>
        <p:spPr>
          <a:xfrm>
            <a:off x="1047565" y="1559254"/>
            <a:ext cx="3741920" cy="13753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20" name="四角形: 対角を切り取る 19">
            <a:extLst>
              <a:ext uri="{FF2B5EF4-FFF2-40B4-BE49-F238E27FC236}">
                <a16:creationId xmlns:a16="http://schemas.microsoft.com/office/drawing/2014/main" id="{B8C316AB-3400-47B7-9F59-8B35559456FE}"/>
              </a:ext>
            </a:extLst>
          </p:cNvPr>
          <p:cNvSpPr/>
          <p:nvPr/>
        </p:nvSpPr>
        <p:spPr>
          <a:xfrm>
            <a:off x="9218351" y="3949618"/>
            <a:ext cx="1917132" cy="1463883"/>
          </a:xfrm>
          <a:prstGeom prst="snip2DiagRect">
            <a:avLst>
              <a:gd name="adj1" fmla="val 15738"/>
              <a:gd name="adj2" fmla="val 12930"/>
            </a:avLst>
          </a:prstGeom>
          <a:solidFill>
            <a:schemeClr val="tx2">
              <a:lumMod val="75000"/>
              <a:alpha val="60000"/>
            </a:schemeClr>
          </a:solidFill>
          <a:ln w="57150">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dirty="0"/>
          </a:p>
        </p:txBody>
      </p:sp>
      <p:sp>
        <p:nvSpPr>
          <p:cNvPr id="21" name="テキスト ボックス 20">
            <a:extLst>
              <a:ext uri="{FF2B5EF4-FFF2-40B4-BE49-F238E27FC236}">
                <a16:creationId xmlns:a16="http://schemas.microsoft.com/office/drawing/2014/main" id="{B93BB916-832D-4CE0-A77C-46C42210F941}"/>
              </a:ext>
            </a:extLst>
          </p:cNvPr>
          <p:cNvSpPr txBox="1"/>
          <p:nvPr/>
        </p:nvSpPr>
        <p:spPr>
          <a:xfrm>
            <a:off x="9248757" y="4145872"/>
            <a:ext cx="1371600" cy="369332"/>
          </a:xfrm>
          <a:prstGeom prst="rect">
            <a:avLst/>
          </a:prstGeom>
          <a:noFill/>
        </p:spPr>
        <p:txBody>
          <a:bodyPr wrap="square" rtlCol="0">
            <a:spAutoFit/>
          </a:bodyPr>
          <a:lstStyle/>
          <a:p>
            <a:r>
              <a:rPr kumimoji="1" lang="ja-JP" altLang="en-US" dirty="0">
                <a:solidFill>
                  <a:schemeClr val="bg1"/>
                </a:solidFill>
              </a:rPr>
              <a:t>～～～～～</a:t>
            </a:r>
          </a:p>
        </p:txBody>
      </p:sp>
      <p:sp>
        <p:nvSpPr>
          <p:cNvPr id="22" name="テキスト ボックス 21">
            <a:extLst>
              <a:ext uri="{FF2B5EF4-FFF2-40B4-BE49-F238E27FC236}">
                <a16:creationId xmlns:a16="http://schemas.microsoft.com/office/drawing/2014/main" id="{A5440B86-CFD4-474B-B1C6-3A3251EEF9B6}"/>
              </a:ext>
            </a:extLst>
          </p:cNvPr>
          <p:cNvSpPr txBox="1"/>
          <p:nvPr/>
        </p:nvSpPr>
        <p:spPr>
          <a:xfrm>
            <a:off x="9233554" y="4515204"/>
            <a:ext cx="1371600" cy="369332"/>
          </a:xfrm>
          <a:prstGeom prst="rect">
            <a:avLst/>
          </a:prstGeom>
          <a:noFill/>
        </p:spPr>
        <p:txBody>
          <a:bodyPr wrap="square" rtlCol="0">
            <a:spAutoFit/>
          </a:bodyPr>
          <a:lstStyle/>
          <a:p>
            <a:r>
              <a:rPr kumimoji="1" lang="ja-JP" altLang="en-US" dirty="0">
                <a:solidFill>
                  <a:schemeClr val="bg1"/>
                </a:solidFill>
              </a:rPr>
              <a:t>～～～～～</a:t>
            </a:r>
          </a:p>
        </p:txBody>
      </p:sp>
      <p:sp>
        <p:nvSpPr>
          <p:cNvPr id="23" name="テキスト ボックス 22">
            <a:extLst>
              <a:ext uri="{FF2B5EF4-FFF2-40B4-BE49-F238E27FC236}">
                <a16:creationId xmlns:a16="http://schemas.microsoft.com/office/drawing/2014/main" id="{B8181C57-D365-4102-8C16-64C8A9A7DD00}"/>
              </a:ext>
            </a:extLst>
          </p:cNvPr>
          <p:cNvSpPr txBox="1"/>
          <p:nvPr/>
        </p:nvSpPr>
        <p:spPr>
          <a:xfrm>
            <a:off x="9248757" y="4896124"/>
            <a:ext cx="1371600" cy="369332"/>
          </a:xfrm>
          <a:prstGeom prst="rect">
            <a:avLst/>
          </a:prstGeom>
          <a:noFill/>
        </p:spPr>
        <p:txBody>
          <a:bodyPr wrap="square" rtlCol="0">
            <a:spAutoFit/>
          </a:bodyPr>
          <a:lstStyle/>
          <a:p>
            <a:r>
              <a:rPr kumimoji="1" lang="ja-JP" altLang="en-US" dirty="0">
                <a:solidFill>
                  <a:schemeClr val="bg1"/>
                </a:solidFill>
              </a:rPr>
              <a:t>～～～～～</a:t>
            </a:r>
          </a:p>
        </p:txBody>
      </p:sp>
      <p:sp>
        <p:nvSpPr>
          <p:cNvPr id="24" name="楕円 23">
            <a:extLst>
              <a:ext uri="{FF2B5EF4-FFF2-40B4-BE49-F238E27FC236}">
                <a16:creationId xmlns:a16="http://schemas.microsoft.com/office/drawing/2014/main" id="{ED52257A-7C23-454B-B2EF-80785B2811F5}"/>
              </a:ext>
            </a:extLst>
          </p:cNvPr>
          <p:cNvSpPr/>
          <p:nvPr/>
        </p:nvSpPr>
        <p:spPr>
          <a:xfrm>
            <a:off x="10650763" y="4111005"/>
            <a:ext cx="333472" cy="333472"/>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25" name="楕円 24">
            <a:extLst>
              <a:ext uri="{FF2B5EF4-FFF2-40B4-BE49-F238E27FC236}">
                <a16:creationId xmlns:a16="http://schemas.microsoft.com/office/drawing/2014/main" id="{F4614126-B1B7-4F3F-92C7-61E965F0D6CD}"/>
              </a:ext>
            </a:extLst>
          </p:cNvPr>
          <p:cNvSpPr/>
          <p:nvPr/>
        </p:nvSpPr>
        <p:spPr>
          <a:xfrm>
            <a:off x="10662986" y="4497274"/>
            <a:ext cx="333472" cy="333472"/>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26" name="楕円 25">
            <a:extLst>
              <a:ext uri="{FF2B5EF4-FFF2-40B4-BE49-F238E27FC236}">
                <a16:creationId xmlns:a16="http://schemas.microsoft.com/office/drawing/2014/main" id="{3075AF5D-CEC3-45E2-B503-F5F4303127AD}"/>
              </a:ext>
            </a:extLst>
          </p:cNvPr>
          <p:cNvSpPr/>
          <p:nvPr/>
        </p:nvSpPr>
        <p:spPr>
          <a:xfrm>
            <a:off x="10662986" y="4896124"/>
            <a:ext cx="333472" cy="333472"/>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pic>
        <p:nvPicPr>
          <p:cNvPr id="27" name="図 26">
            <a:extLst>
              <a:ext uri="{FF2B5EF4-FFF2-40B4-BE49-F238E27FC236}">
                <a16:creationId xmlns:a16="http://schemas.microsoft.com/office/drawing/2014/main" id="{000983AB-B2D3-41C4-BAE6-8DB57554B9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47070" y="4633149"/>
            <a:ext cx="1727200" cy="1107566"/>
          </a:xfrm>
          <a:prstGeom prst="rect">
            <a:avLst/>
          </a:prstGeom>
        </p:spPr>
      </p:pic>
      <p:sp>
        <p:nvSpPr>
          <p:cNvPr id="28" name="四角形: 対角を丸める 27">
            <a:extLst>
              <a:ext uri="{FF2B5EF4-FFF2-40B4-BE49-F238E27FC236}">
                <a16:creationId xmlns:a16="http://schemas.microsoft.com/office/drawing/2014/main" id="{085A2B51-53CF-4035-9218-0249BF648434}"/>
              </a:ext>
            </a:extLst>
          </p:cNvPr>
          <p:cNvSpPr/>
          <p:nvPr/>
        </p:nvSpPr>
        <p:spPr>
          <a:xfrm>
            <a:off x="9218351" y="2110267"/>
            <a:ext cx="1811348" cy="1210072"/>
          </a:xfrm>
          <a:prstGeom prst="round2DiagRect">
            <a:avLst/>
          </a:prstGeom>
          <a:solidFill>
            <a:schemeClr val="accent3">
              <a:alpha val="60000"/>
            </a:schemeClr>
          </a:solidFill>
          <a:ln w="28575">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kumimoji="1" lang="ja-JP" altLang="en-US"/>
          </a:p>
        </p:txBody>
      </p:sp>
      <p:sp>
        <p:nvSpPr>
          <p:cNvPr id="29" name="正方形/長方形 28">
            <a:extLst>
              <a:ext uri="{FF2B5EF4-FFF2-40B4-BE49-F238E27FC236}">
                <a16:creationId xmlns:a16="http://schemas.microsoft.com/office/drawing/2014/main" id="{7E5EFE2E-EA64-407A-891B-469D30DF6196}"/>
              </a:ext>
            </a:extLst>
          </p:cNvPr>
          <p:cNvSpPr/>
          <p:nvPr/>
        </p:nvSpPr>
        <p:spPr>
          <a:xfrm>
            <a:off x="9248757" y="3051975"/>
            <a:ext cx="1778107" cy="240211"/>
          </a:xfrm>
          <a:prstGeom prst="rect">
            <a:avLst/>
          </a:prstGeom>
          <a:solidFill>
            <a:schemeClr val="bg2">
              <a:lumMod val="50000"/>
              <a:alpha val="6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33" name="四角形: 対角を切り取る 32">
            <a:extLst>
              <a:ext uri="{FF2B5EF4-FFF2-40B4-BE49-F238E27FC236}">
                <a16:creationId xmlns:a16="http://schemas.microsoft.com/office/drawing/2014/main" id="{5153CF74-F868-4F7A-A380-87938BD399F8}"/>
              </a:ext>
            </a:extLst>
          </p:cNvPr>
          <p:cNvSpPr/>
          <p:nvPr/>
        </p:nvSpPr>
        <p:spPr>
          <a:xfrm>
            <a:off x="3697709" y="5900185"/>
            <a:ext cx="4423719" cy="372863"/>
          </a:xfrm>
          <a:prstGeom prst="snip2DiagRect">
            <a:avLst>
              <a:gd name="adj1" fmla="val 26630"/>
              <a:gd name="adj2" fmla="val 0"/>
            </a:avLst>
          </a:prstGeom>
          <a:solidFill>
            <a:schemeClr val="bg2">
              <a:lumMod val="9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34" name="四角形: 対角を丸める 33">
            <a:extLst>
              <a:ext uri="{FF2B5EF4-FFF2-40B4-BE49-F238E27FC236}">
                <a16:creationId xmlns:a16="http://schemas.microsoft.com/office/drawing/2014/main" id="{7D6D30BD-64A8-4906-8B4F-36D16EF74D28}"/>
              </a:ext>
            </a:extLst>
          </p:cNvPr>
          <p:cNvSpPr/>
          <p:nvPr/>
        </p:nvSpPr>
        <p:spPr>
          <a:xfrm>
            <a:off x="3830320" y="5968593"/>
            <a:ext cx="2048769" cy="245844"/>
          </a:xfrm>
          <a:prstGeom prst="round2Diag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HP</a:t>
            </a:r>
            <a:endParaRPr kumimoji="1" lang="ja-JP" altLang="en-US" dirty="0"/>
          </a:p>
        </p:txBody>
      </p:sp>
      <p:sp>
        <p:nvSpPr>
          <p:cNvPr id="35" name="四角形: 対角を丸める 34">
            <a:extLst>
              <a:ext uri="{FF2B5EF4-FFF2-40B4-BE49-F238E27FC236}">
                <a16:creationId xmlns:a16="http://schemas.microsoft.com/office/drawing/2014/main" id="{1FB41D92-DF70-4118-9D21-3B8447AF381F}"/>
              </a:ext>
            </a:extLst>
          </p:cNvPr>
          <p:cNvSpPr/>
          <p:nvPr/>
        </p:nvSpPr>
        <p:spPr>
          <a:xfrm>
            <a:off x="5971170" y="5968593"/>
            <a:ext cx="2048769" cy="245844"/>
          </a:xfrm>
          <a:prstGeom prst="round2Diag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SHIELD</a:t>
            </a:r>
            <a:endParaRPr kumimoji="1" lang="ja-JP" altLang="en-US" dirty="0"/>
          </a:p>
        </p:txBody>
      </p:sp>
      <p:pic>
        <p:nvPicPr>
          <p:cNvPr id="32" name="図 31">
            <a:extLst>
              <a:ext uri="{FF2B5EF4-FFF2-40B4-BE49-F238E27FC236}">
                <a16:creationId xmlns:a16="http://schemas.microsoft.com/office/drawing/2014/main" id="{A9E81835-460F-438B-B51E-035BAC5D5E2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18166" y="2425930"/>
            <a:ext cx="1132475" cy="849356"/>
          </a:xfrm>
          <a:prstGeom prst="rect">
            <a:avLst/>
          </a:prstGeom>
        </p:spPr>
      </p:pic>
      <p:sp>
        <p:nvSpPr>
          <p:cNvPr id="5" name="楕円 4">
            <a:extLst>
              <a:ext uri="{FF2B5EF4-FFF2-40B4-BE49-F238E27FC236}">
                <a16:creationId xmlns:a16="http://schemas.microsoft.com/office/drawing/2014/main" id="{F3123273-EFF1-43D4-8361-94B3AB839493}"/>
              </a:ext>
            </a:extLst>
          </p:cNvPr>
          <p:cNvSpPr/>
          <p:nvPr/>
        </p:nvSpPr>
        <p:spPr>
          <a:xfrm>
            <a:off x="3975919" y="3334720"/>
            <a:ext cx="233680" cy="23368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楕円 35">
            <a:extLst>
              <a:ext uri="{FF2B5EF4-FFF2-40B4-BE49-F238E27FC236}">
                <a16:creationId xmlns:a16="http://schemas.microsoft.com/office/drawing/2014/main" id="{AC37DB57-EAFE-4E37-84B1-1389368F6951}"/>
              </a:ext>
            </a:extLst>
          </p:cNvPr>
          <p:cNvSpPr/>
          <p:nvPr/>
        </p:nvSpPr>
        <p:spPr>
          <a:xfrm>
            <a:off x="4396530" y="3832778"/>
            <a:ext cx="233680" cy="23368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楕円 36">
            <a:extLst>
              <a:ext uri="{FF2B5EF4-FFF2-40B4-BE49-F238E27FC236}">
                <a16:creationId xmlns:a16="http://schemas.microsoft.com/office/drawing/2014/main" id="{7CB2D5C0-7588-443F-B479-50E96FDE2F56}"/>
              </a:ext>
            </a:extLst>
          </p:cNvPr>
          <p:cNvSpPr/>
          <p:nvPr/>
        </p:nvSpPr>
        <p:spPr>
          <a:xfrm>
            <a:off x="4954455" y="4430330"/>
            <a:ext cx="233680" cy="23368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30" name="図 29">
            <a:extLst>
              <a:ext uri="{FF2B5EF4-FFF2-40B4-BE49-F238E27FC236}">
                <a16:creationId xmlns:a16="http://schemas.microsoft.com/office/drawing/2014/main" id="{3CD95356-B336-4485-ACF7-0071504EAC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60284" y="2470983"/>
            <a:ext cx="1132475" cy="849356"/>
          </a:xfrm>
          <a:prstGeom prst="rect">
            <a:avLst/>
          </a:prstGeom>
        </p:spPr>
      </p:pic>
      <p:sp>
        <p:nvSpPr>
          <p:cNvPr id="3" name="矢印: 右 2">
            <a:extLst>
              <a:ext uri="{FF2B5EF4-FFF2-40B4-BE49-F238E27FC236}">
                <a16:creationId xmlns:a16="http://schemas.microsoft.com/office/drawing/2014/main" id="{F8575DE9-120D-452A-A12E-A2FFC566363E}"/>
              </a:ext>
            </a:extLst>
          </p:cNvPr>
          <p:cNvSpPr/>
          <p:nvPr/>
        </p:nvSpPr>
        <p:spPr>
          <a:xfrm>
            <a:off x="3890843" y="2866164"/>
            <a:ext cx="1516750" cy="137530"/>
          </a:xfrm>
          <a:prstGeom prst="right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38" name="楕円 37">
            <a:extLst>
              <a:ext uri="{FF2B5EF4-FFF2-40B4-BE49-F238E27FC236}">
                <a16:creationId xmlns:a16="http://schemas.microsoft.com/office/drawing/2014/main" id="{ED6A7EE1-45AB-4F15-A4E4-A1E5074EDAD6}"/>
              </a:ext>
            </a:extLst>
          </p:cNvPr>
          <p:cNvSpPr/>
          <p:nvPr/>
        </p:nvSpPr>
        <p:spPr>
          <a:xfrm>
            <a:off x="5854330" y="3399521"/>
            <a:ext cx="233680" cy="23368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2858929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8DC865F-1909-438A-B2FB-B0A0346253D9}"/>
              </a:ext>
            </a:extLst>
          </p:cNvPr>
          <p:cNvSpPr>
            <a:spLocks noGrp="1"/>
          </p:cNvSpPr>
          <p:nvPr>
            <p:ph type="title"/>
          </p:nvPr>
        </p:nvSpPr>
        <p:spPr/>
        <p:txBody>
          <a:bodyPr/>
          <a:lstStyle/>
          <a:p>
            <a:r>
              <a:rPr lang="ja-JP" altLang="en-US" dirty="0"/>
              <a:t>ゲーム開始（敵５）</a:t>
            </a:r>
            <a:endParaRPr kumimoji="1" lang="ja-JP" altLang="en-US" dirty="0"/>
          </a:p>
        </p:txBody>
      </p:sp>
      <p:sp>
        <p:nvSpPr>
          <p:cNvPr id="4" name="正方形/長方形 3">
            <a:extLst>
              <a:ext uri="{FF2B5EF4-FFF2-40B4-BE49-F238E27FC236}">
                <a16:creationId xmlns:a16="http://schemas.microsoft.com/office/drawing/2014/main" id="{347E9679-04E1-4978-9187-AC07295CAC5D}"/>
              </a:ext>
            </a:extLst>
          </p:cNvPr>
          <p:cNvSpPr/>
          <p:nvPr/>
        </p:nvSpPr>
        <p:spPr>
          <a:xfrm>
            <a:off x="1056517" y="1541017"/>
            <a:ext cx="10191565" cy="52200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円: 塗りつぶしなし 9">
            <a:extLst>
              <a:ext uri="{FF2B5EF4-FFF2-40B4-BE49-F238E27FC236}">
                <a16:creationId xmlns:a16="http://schemas.microsoft.com/office/drawing/2014/main" id="{C279B7C3-4415-4D9E-932F-8FFC0FF380BE}"/>
              </a:ext>
            </a:extLst>
          </p:cNvPr>
          <p:cNvSpPr/>
          <p:nvPr/>
        </p:nvSpPr>
        <p:spPr>
          <a:xfrm>
            <a:off x="5909569" y="3735765"/>
            <a:ext cx="372862" cy="372862"/>
          </a:xfrm>
          <a:prstGeom prst="donut">
            <a:avLst>
              <a:gd name="adj" fmla="val 9326"/>
            </a:avLst>
          </a:prstGeom>
          <a:ln>
            <a:solidFill>
              <a:schemeClr val="accent2"/>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solidFill>
                <a:schemeClr val="tx1"/>
              </a:solidFill>
            </a:endParaRPr>
          </a:p>
        </p:txBody>
      </p:sp>
      <p:sp>
        <p:nvSpPr>
          <p:cNvPr id="11" name="円: 塗りつぶしなし 10">
            <a:extLst>
              <a:ext uri="{FF2B5EF4-FFF2-40B4-BE49-F238E27FC236}">
                <a16:creationId xmlns:a16="http://schemas.microsoft.com/office/drawing/2014/main" id="{F406831C-D31E-4147-A6C9-B8F085877310}"/>
              </a:ext>
            </a:extLst>
          </p:cNvPr>
          <p:cNvSpPr/>
          <p:nvPr/>
        </p:nvSpPr>
        <p:spPr>
          <a:xfrm>
            <a:off x="5981330" y="3807526"/>
            <a:ext cx="229340" cy="229340"/>
          </a:xfrm>
          <a:prstGeom prst="donut">
            <a:avLst>
              <a:gd name="adj" fmla="val 9326"/>
            </a:avLst>
          </a:prstGeom>
          <a:ln>
            <a:solidFill>
              <a:schemeClr val="accent2"/>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solidFill>
                <a:schemeClr val="tx1"/>
              </a:solidFill>
            </a:endParaRPr>
          </a:p>
        </p:txBody>
      </p:sp>
      <p:sp>
        <p:nvSpPr>
          <p:cNvPr id="7" name="四角形: 角度付き 6">
            <a:extLst>
              <a:ext uri="{FF2B5EF4-FFF2-40B4-BE49-F238E27FC236}">
                <a16:creationId xmlns:a16="http://schemas.microsoft.com/office/drawing/2014/main" id="{FB430176-3509-4D24-BD03-6BA52EF04E6D}"/>
              </a:ext>
            </a:extLst>
          </p:cNvPr>
          <p:cNvSpPr/>
          <p:nvPr/>
        </p:nvSpPr>
        <p:spPr>
          <a:xfrm>
            <a:off x="1207363" y="3807526"/>
            <a:ext cx="1651247" cy="1651247"/>
          </a:xfrm>
          <a:prstGeom prst="bevel">
            <a:avLst/>
          </a:prstGeom>
          <a:solidFill>
            <a:schemeClr val="tx2">
              <a:lumMod val="60000"/>
              <a:lumOff val="40000"/>
              <a:alpha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楕円 11">
            <a:extLst>
              <a:ext uri="{FF2B5EF4-FFF2-40B4-BE49-F238E27FC236}">
                <a16:creationId xmlns:a16="http://schemas.microsoft.com/office/drawing/2014/main" id="{12255091-2C58-43DD-B7CD-CCE1178A2955}"/>
              </a:ext>
            </a:extLst>
          </p:cNvPr>
          <p:cNvSpPr/>
          <p:nvPr/>
        </p:nvSpPr>
        <p:spPr>
          <a:xfrm>
            <a:off x="1448667" y="4035017"/>
            <a:ext cx="1168637" cy="1168637"/>
          </a:xfrm>
          <a:prstGeom prst="ellipse">
            <a:avLst/>
          </a:prstGeom>
          <a:solidFill>
            <a:schemeClr val="lt1">
              <a:alpha val="6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14" name="四角形: 対角を切り取る 13">
            <a:extLst>
              <a:ext uri="{FF2B5EF4-FFF2-40B4-BE49-F238E27FC236}">
                <a16:creationId xmlns:a16="http://schemas.microsoft.com/office/drawing/2014/main" id="{422D127F-C700-4F9A-B918-0FF4FBDC35C6}"/>
              </a:ext>
            </a:extLst>
          </p:cNvPr>
          <p:cNvSpPr/>
          <p:nvPr/>
        </p:nvSpPr>
        <p:spPr>
          <a:xfrm>
            <a:off x="4813177" y="1576018"/>
            <a:ext cx="2192784" cy="372862"/>
          </a:xfrm>
          <a:prstGeom prst="snip2DiagRect">
            <a:avLst>
              <a:gd name="adj1" fmla="val 0"/>
              <a:gd name="adj2" fmla="val 50000"/>
            </a:avLst>
          </a:prstGeom>
          <a:solidFill>
            <a:schemeClr val="tx2">
              <a:lumMod val="75000"/>
            </a:schemeClr>
          </a:solidFill>
          <a:ln w="57150">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kumimoji="1" lang="en-US" altLang="ja-JP" dirty="0"/>
              <a:t>TIME:100</a:t>
            </a:r>
            <a:endParaRPr kumimoji="1" lang="ja-JP" altLang="en-US" dirty="0"/>
          </a:p>
        </p:txBody>
      </p:sp>
      <p:sp>
        <p:nvSpPr>
          <p:cNvPr id="15" name="四角形: 対角を切り取る 14">
            <a:extLst>
              <a:ext uri="{FF2B5EF4-FFF2-40B4-BE49-F238E27FC236}">
                <a16:creationId xmlns:a16="http://schemas.microsoft.com/office/drawing/2014/main" id="{EC97CC6C-34CA-464F-B089-7A6CB5B09F71}"/>
              </a:ext>
            </a:extLst>
          </p:cNvPr>
          <p:cNvSpPr/>
          <p:nvPr/>
        </p:nvSpPr>
        <p:spPr>
          <a:xfrm>
            <a:off x="8121959" y="1576018"/>
            <a:ext cx="2192784" cy="372862"/>
          </a:xfrm>
          <a:prstGeom prst="snip2DiagRect">
            <a:avLst>
              <a:gd name="adj1" fmla="val 50000"/>
              <a:gd name="adj2" fmla="val 0"/>
            </a:avLst>
          </a:prstGeom>
          <a:solidFill>
            <a:schemeClr val="tx2">
              <a:lumMod val="75000"/>
            </a:schemeClr>
          </a:solidFill>
          <a:ln w="57150">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kumimoji="1" lang="en-US" altLang="ja-JP" dirty="0"/>
              <a:t>SCORE:000000</a:t>
            </a:r>
            <a:endParaRPr kumimoji="1" lang="ja-JP" altLang="en-US" dirty="0"/>
          </a:p>
        </p:txBody>
      </p:sp>
      <p:sp>
        <p:nvSpPr>
          <p:cNvPr id="16" name="正方形/長方形 15">
            <a:extLst>
              <a:ext uri="{FF2B5EF4-FFF2-40B4-BE49-F238E27FC236}">
                <a16:creationId xmlns:a16="http://schemas.microsoft.com/office/drawing/2014/main" id="{325D1B01-1E19-419A-A208-BD7228D31B76}"/>
              </a:ext>
            </a:extLst>
          </p:cNvPr>
          <p:cNvSpPr/>
          <p:nvPr/>
        </p:nvSpPr>
        <p:spPr>
          <a:xfrm>
            <a:off x="6842002" y="1553158"/>
            <a:ext cx="1475228" cy="100522"/>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6E70FCEF-6D39-4E45-859D-699A4BA2F727}"/>
              </a:ext>
            </a:extLst>
          </p:cNvPr>
          <p:cNvSpPr/>
          <p:nvPr/>
        </p:nvSpPr>
        <p:spPr>
          <a:xfrm>
            <a:off x="10338435" y="1555698"/>
            <a:ext cx="893075" cy="100522"/>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18" name="正方形/長方形 17">
            <a:extLst>
              <a:ext uri="{FF2B5EF4-FFF2-40B4-BE49-F238E27FC236}">
                <a16:creationId xmlns:a16="http://schemas.microsoft.com/office/drawing/2014/main" id="{1300B866-10F6-4BA7-9BA5-3D5D0EBDB14A}"/>
              </a:ext>
            </a:extLst>
          </p:cNvPr>
          <p:cNvSpPr/>
          <p:nvPr/>
        </p:nvSpPr>
        <p:spPr>
          <a:xfrm>
            <a:off x="1047565" y="1559254"/>
            <a:ext cx="3741920" cy="13753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20" name="四角形: 対角を切り取る 19">
            <a:extLst>
              <a:ext uri="{FF2B5EF4-FFF2-40B4-BE49-F238E27FC236}">
                <a16:creationId xmlns:a16="http://schemas.microsoft.com/office/drawing/2014/main" id="{B8C316AB-3400-47B7-9F59-8B35559456FE}"/>
              </a:ext>
            </a:extLst>
          </p:cNvPr>
          <p:cNvSpPr/>
          <p:nvPr/>
        </p:nvSpPr>
        <p:spPr>
          <a:xfrm>
            <a:off x="9218351" y="3949618"/>
            <a:ext cx="1917132" cy="1463883"/>
          </a:xfrm>
          <a:prstGeom prst="snip2DiagRect">
            <a:avLst>
              <a:gd name="adj1" fmla="val 15738"/>
              <a:gd name="adj2" fmla="val 12930"/>
            </a:avLst>
          </a:prstGeom>
          <a:solidFill>
            <a:schemeClr val="tx2">
              <a:lumMod val="75000"/>
              <a:alpha val="60000"/>
            </a:schemeClr>
          </a:solidFill>
          <a:ln w="57150">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dirty="0"/>
          </a:p>
        </p:txBody>
      </p:sp>
      <p:sp>
        <p:nvSpPr>
          <p:cNvPr id="21" name="テキスト ボックス 20">
            <a:extLst>
              <a:ext uri="{FF2B5EF4-FFF2-40B4-BE49-F238E27FC236}">
                <a16:creationId xmlns:a16="http://schemas.microsoft.com/office/drawing/2014/main" id="{B93BB916-832D-4CE0-A77C-46C42210F941}"/>
              </a:ext>
            </a:extLst>
          </p:cNvPr>
          <p:cNvSpPr txBox="1"/>
          <p:nvPr/>
        </p:nvSpPr>
        <p:spPr>
          <a:xfrm>
            <a:off x="9248757" y="4145872"/>
            <a:ext cx="1371600" cy="369332"/>
          </a:xfrm>
          <a:prstGeom prst="rect">
            <a:avLst/>
          </a:prstGeom>
          <a:noFill/>
        </p:spPr>
        <p:txBody>
          <a:bodyPr wrap="square" rtlCol="0">
            <a:spAutoFit/>
          </a:bodyPr>
          <a:lstStyle/>
          <a:p>
            <a:r>
              <a:rPr kumimoji="1" lang="ja-JP" altLang="en-US" dirty="0">
                <a:solidFill>
                  <a:schemeClr val="bg1"/>
                </a:solidFill>
              </a:rPr>
              <a:t>～～～～～</a:t>
            </a:r>
          </a:p>
        </p:txBody>
      </p:sp>
      <p:sp>
        <p:nvSpPr>
          <p:cNvPr id="22" name="テキスト ボックス 21">
            <a:extLst>
              <a:ext uri="{FF2B5EF4-FFF2-40B4-BE49-F238E27FC236}">
                <a16:creationId xmlns:a16="http://schemas.microsoft.com/office/drawing/2014/main" id="{A5440B86-CFD4-474B-B1C6-3A3251EEF9B6}"/>
              </a:ext>
            </a:extLst>
          </p:cNvPr>
          <p:cNvSpPr txBox="1"/>
          <p:nvPr/>
        </p:nvSpPr>
        <p:spPr>
          <a:xfrm>
            <a:off x="9233554" y="4515204"/>
            <a:ext cx="1371600" cy="369332"/>
          </a:xfrm>
          <a:prstGeom prst="rect">
            <a:avLst/>
          </a:prstGeom>
          <a:noFill/>
        </p:spPr>
        <p:txBody>
          <a:bodyPr wrap="square" rtlCol="0">
            <a:spAutoFit/>
          </a:bodyPr>
          <a:lstStyle/>
          <a:p>
            <a:r>
              <a:rPr kumimoji="1" lang="ja-JP" altLang="en-US" dirty="0">
                <a:solidFill>
                  <a:schemeClr val="bg1"/>
                </a:solidFill>
              </a:rPr>
              <a:t>～～～～～</a:t>
            </a:r>
          </a:p>
        </p:txBody>
      </p:sp>
      <p:sp>
        <p:nvSpPr>
          <p:cNvPr id="23" name="テキスト ボックス 22">
            <a:extLst>
              <a:ext uri="{FF2B5EF4-FFF2-40B4-BE49-F238E27FC236}">
                <a16:creationId xmlns:a16="http://schemas.microsoft.com/office/drawing/2014/main" id="{B8181C57-D365-4102-8C16-64C8A9A7DD00}"/>
              </a:ext>
            </a:extLst>
          </p:cNvPr>
          <p:cNvSpPr txBox="1"/>
          <p:nvPr/>
        </p:nvSpPr>
        <p:spPr>
          <a:xfrm>
            <a:off x="9248757" y="4896124"/>
            <a:ext cx="1371600" cy="369332"/>
          </a:xfrm>
          <a:prstGeom prst="rect">
            <a:avLst/>
          </a:prstGeom>
          <a:noFill/>
        </p:spPr>
        <p:txBody>
          <a:bodyPr wrap="square" rtlCol="0">
            <a:spAutoFit/>
          </a:bodyPr>
          <a:lstStyle/>
          <a:p>
            <a:r>
              <a:rPr kumimoji="1" lang="ja-JP" altLang="en-US" dirty="0">
                <a:solidFill>
                  <a:schemeClr val="bg1"/>
                </a:solidFill>
              </a:rPr>
              <a:t>～～～～～</a:t>
            </a:r>
          </a:p>
        </p:txBody>
      </p:sp>
      <p:sp>
        <p:nvSpPr>
          <p:cNvPr id="24" name="楕円 23">
            <a:extLst>
              <a:ext uri="{FF2B5EF4-FFF2-40B4-BE49-F238E27FC236}">
                <a16:creationId xmlns:a16="http://schemas.microsoft.com/office/drawing/2014/main" id="{ED52257A-7C23-454B-B2EF-80785B2811F5}"/>
              </a:ext>
            </a:extLst>
          </p:cNvPr>
          <p:cNvSpPr/>
          <p:nvPr/>
        </p:nvSpPr>
        <p:spPr>
          <a:xfrm>
            <a:off x="10650763" y="4111005"/>
            <a:ext cx="333472" cy="333472"/>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25" name="楕円 24">
            <a:extLst>
              <a:ext uri="{FF2B5EF4-FFF2-40B4-BE49-F238E27FC236}">
                <a16:creationId xmlns:a16="http://schemas.microsoft.com/office/drawing/2014/main" id="{F4614126-B1B7-4F3F-92C7-61E965F0D6CD}"/>
              </a:ext>
            </a:extLst>
          </p:cNvPr>
          <p:cNvSpPr/>
          <p:nvPr/>
        </p:nvSpPr>
        <p:spPr>
          <a:xfrm>
            <a:off x="10662986" y="4497274"/>
            <a:ext cx="333472" cy="333472"/>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26" name="楕円 25">
            <a:extLst>
              <a:ext uri="{FF2B5EF4-FFF2-40B4-BE49-F238E27FC236}">
                <a16:creationId xmlns:a16="http://schemas.microsoft.com/office/drawing/2014/main" id="{3075AF5D-CEC3-45E2-B503-F5F4303127AD}"/>
              </a:ext>
            </a:extLst>
          </p:cNvPr>
          <p:cNvSpPr/>
          <p:nvPr/>
        </p:nvSpPr>
        <p:spPr>
          <a:xfrm>
            <a:off x="10662986" y="4896124"/>
            <a:ext cx="333472" cy="333472"/>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pic>
        <p:nvPicPr>
          <p:cNvPr id="27" name="図 26">
            <a:extLst>
              <a:ext uri="{FF2B5EF4-FFF2-40B4-BE49-F238E27FC236}">
                <a16:creationId xmlns:a16="http://schemas.microsoft.com/office/drawing/2014/main" id="{000983AB-B2D3-41C4-BAE6-8DB57554B9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08614" y="3607796"/>
            <a:ext cx="1727200" cy="1107566"/>
          </a:xfrm>
          <a:prstGeom prst="rect">
            <a:avLst/>
          </a:prstGeom>
        </p:spPr>
      </p:pic>
      <p:sp>
        <p:nvSpPr>
          <p:cNvPr id="28" name="四角形: 対角を丸める 27">
            <a:extLst>
              <a:ext uri="{FF2B5EF4-FFF2-40B4-BE49-F238E27FC236}">
                <a16:creationId xmlns:a16="http://schemas.microsoft.com/office/drawing/2014/main" id="{085A2B51-53CF-4035-9218-0249BF648434}"/>
              </a:ext>
            </a:extLst>
          </p:cNvPr>
          <p:cNvSpPr/>
          <p:nvPr/>
        </p:nvSpPr>
        <p:spPr>
          <a:xfrm>
            <a:off x="9218351" y="2110267"/>
            <a:ext cx="1811348" cy="1210072"/>
          </a:xfrm>
          <a:prstGeom prst="round2DiagRect">
            <a:avLst/>
          </a:prstGeom>
          <a:solidFill>
            <a:schemeClr val="accent3">
              <a:alpha val="60000"/>
            </a:schemeClr>
          </a:solidFill>
          <a:ln w="28575">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kumimoji="1" lang="ja-JP" altLang="en-US"/>
          </a:p>
        </p:txBody>
      </p:sp>
      <p:sp>
        <p:nvSpPr>
          <p:cNvPr id="29" name="正方形/長方形 28">
            <a:extLst>
              <a:ext uri="{FF2B5EF4-FFF2-40B4-BE49-F238E27FC236}">
                <a16:creationId xmlns:a16="http://schemas.microsoft.com/office/drawing/2014/main" id="{7E5EFE2E-EA64-407A-891B-469D30DF6196}"/>
              </a:ext>
            </a:extLst>
          </p:cNvPr>
          <p:cNvSpPr/>
          <p:nvPr/>
        </p:nvSpPr>
        <p:spPr>
          <a:xfrm>
            <a:off x="9248757" y="3051975"/>
            <a:ext cx="1778107" cy="240211"/>
          </a:xfrm>
          <a:prstGeom prst="rect">
            <a:avLst/>
          </a:prstGeom>
          <a:solidFill>
            <a:schemeClr val="bg2">
              <a:lumMod val="50000"/>
              <a:alpha val="6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33" name="四角形: 対角を切り取る 32">
            <a:extLst>
              <a:ext uri="{FF2B5EF4-FFF2-40B4-BE49-F238E27FC236}">
                <a16:creationId xmlns:a16="http://schemas.microsoft.com/office/drawing/2014/main" id="{5153CF74-F868-4F7A-A380-87938BD399F8}"/>
              </a:ext>
            </a:extLst>
          </p:cNvPr>
          <p:cNvSpPr/>
          <p:nvPr/>
        </p:nvSpPr>
        <p:spPr>
          <a:xfrm>
            <a:off x="3697709" y="5900185"/>
            <a:ext cx="4423719" cy="372863"/>
          </a:xfrm>
          <a:prstGeom prst="snip2DiagRect">
            <a:avLst>
              <a:gd name="adj1" fmla="val 26630"/>
              <a:gd name="adj2" fmla="val 0"/>
            </a:avLst>
          </a:prstGeom>
          <a:solidFill>
            <a:schemeClr val="bg2">
              <a:lumMod val="9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34" name="四角形: 対角を丸める 33">
            <a:extLst>
              <a:ext uri="{FF2B5EF4-FFF2-40B4-BE49-F238E27FC236}">
                <a16:creationId xmlns:a16="http://schemas.microsoft.com/office/drawing/2014/main" id="{7D6D30BD-64A8-4906-8B4F-36D16EF74D28}"/>
              </a:ext>
            </a:extLst>
          </p:cNvPr>
          <p:cNvSpPr/>
          <p:nvPr/>
        </p:nvSpPr>
        <p:spPr>
          <a:xfrm>
            <a:off x="3830320" y="5968593"/>
            <a:ext cx="2048769" cy="245844"/>
          </a:xfrm>
          <a:prstGeom prst="round2Diag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HP</a:t>
            </a:r>
            <a:endParaRPr kumimoji="1" lang="ja-JP" altLang="en-US" dirty="0"/>
          </a:p>
        </p:txBody>
      </p:sp>
      <p:sp>
        <p:nvSpPr>
          <p:cNvPr id="35" name="四角形: 対角を丸める 34">
            <a:extLst>
              <a:ext uri="{FF2B5EF4-FFF2-40B4-BE49-F238E27FC236}">
                <a16:creationId xmlns:a16="http://schemas.microsoft.com/office/drawing/2014/main" id="{1FB41D92-DF70-4118-9D21-3B8447AF381F}"/>
              </a:ext>
            </a:extLst>
          </p:cNvPr>
          <p:cNvSpPr/>
          <p:nvPr/>
        </p:nvSpPr>
        <p:spPr>
          <a:xfrm>
            <a:off x="5971170" y="5968593"/>
            <a:ext cx="2048769" cy="245844"/>
          </a:xfrm>
          <a:prstGeom prst="round2Diag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SHIELD</a:t>
            </a:r>
            <a:endParaRPr kumimoji="1" lang="ja-JP" altLang="en-US" dirty="0"/>
          </a:p>
        </p:txBody>
      </p:sp>
      <p:sp>
        <p:nvSpPr>
          <p:cNvPr id="5" name="楕円 4">
            <a:extLst>
              <a:ext uri="{FF2B5EF4-FFF2-40B4-BE49-F238E27FC236}">
                <a16:creationId xmlns:a16="http://schemas.microsoft.com/office/drawing/2014/main" id="{F3123273-EFF1-43D4-8361-94B3AB839493}"/>
              </a:ext>
            </a:extLst>
          </p:cNvPr>
          <p:cNvSpPr/>
          <p:nvPr/>
        </p:nvSpPr>
        <p:spPr>
          <a:xfrm>
            <a:off x="2918525" y="2586473"/>
            <a:ext cx="233680" cy="233680"/>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30" name="図 29">
            <a:extLst>
              <a:ext uri="{FF2B5EF4-FFF2-40B4-BE49-F238E27FC236}">
                <a16:creationId xmlns:a16="http://schemas.microsoft.com/office/drawing/2014/main" id="{3CD95356-B336-4485-ACF7-0071504EAC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67804" y="1755623"/>
            <a:ext cx="1132475" cy="849356"/>
          </a:xfrm>
          <a:prstGeom prst="rect">
            <a:avLst/>
          </a:prstGeom>
        </p:spPr>
      </p:pic>
      <p:sp>
        <p:nvSpPr>
          <p:cNvPr id="39" name="楕円 38">
            <a:extLst>
              <a:ext uri="{FF2B5EF4-FFF2-40B4-BE49-F238E27FC236}">
                <a16:creationId xmlns:a16="http://schemas.microsoft.com/office/drawing/2014/main" id="{7BE1BDD9-1BCA-4E57-997F-4847E483C9D6}"/>
              </a:ext>
            </a:extLst>
          </p:cNvPr>
          <p:cNvSpPr/>
          <p:nvPr/>
        </p:nvSpPr>
        <p:spPr>
          <a:xfrm>
            <a:off x="3250876" y="2972572"/>
            <a:ext cx="233680" cy="233680"/>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6621155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8DC865F-1909-438A-B2FB-B0A0346253D9}"/>
              </a:ext>
            </a:extLst>
          </p:cNvPr>
          <p:cNvSpPr>
            <a:spLocks noGrp="1"/>
          </p:cNvSpPr>
          <p:nvPr>
            <p:ph type="title"/>
          </p:nvPr>
        </p:nvSpPr>
        <p:spPr/>
        <p:txBody>
          <a:bodyPr/>
          <a:lstStyle/>
          <a:p>
            <a:r>
              <a:rPr lang="ja-JP" altLang="en-US" dirty="0"/>
              <a:t>ゲーム開始（プレイヤー）</a:t>
            </a:r>
            <a:endParaRPr kumimoji="1" lang="ja-JP" altLang="en-US" dirty="0"/>
          </a:p>
        </p:txBody>
      </p:sp>
      <p:sp>
        <p:nvSpPr>
          <p:cNvPr id="4" name="正方形/長方形 3">
            <a:extLst>
              <a:ext uri="{FF2B5EF4-FFF2-40B4-BE49-F238E27FC236}">
                <a16:creationId xmlns:a16="http://schemas.microsoft.com/office/drawing/2014/main" id="{347E9679-04E1-4978-9187-AC07295CAC5D}"/>
              </a:ext>
            </a:extLst>
          </p:cNvPr>
          <p:cNvSpPr/>
          <p:nvPr/>
        </p:nvSpPr>
        <p:spPr>
          <a:xfrm>
            <a:off x="1056517" y="1541017"/>
            <a:ext cx="10191565" cy="52200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円: 塗りつぶしなし 9">
            <a:extLst>
              <a:ext uri="{FF2B5EF4-FFF2-40B4-BE49-F238E27FC236}">
                <a16:creationId xmlns:a16="http://schemas.microsoft.com/office/drawing/2014/main" id="{C279B7C3-4415-4D9E-932F-8FFC0FF380BE}"/>
              </a:ext>
            </a:extLst>
          </p:cNvPr>
          <p:cNvSpPr/>
          <p:nvPr/>
        </p:nvSpPr>
        <p:spPr>
          <a:xfrm>
            <a:off x="5909569" y="3735765"/>
            <a:ext cx="372862" cy="372862"/>
          </a:xfrm>
          <a:prstGeom prst="donut">
            <a:avLst>
              <a:gd name="adj" fmla="val 9326"/>
            </a:avLst>
          </a:prstGeom>
          <a:ln>
            <a:solidFill>
              <a:schemeClr val="accent2"/>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solidFill>
                <a:schemeClr val="tx1"/>
              </a:solidFill>
            </a:endParaRPr>
          </a:p>
        </p:txBody>
      </p:sp>
      <p:sp>
        <p:nvSpPr>
          <p:cNvPr id="11" name="円: 塗りつぶしなし 10">
            <a:extLst>
              <a:ext uri="{FF2B5EF4-FFF2-40B4-BE49-F238E27FC236}">
                <a16:creationId xmlns:a16="http://schemas.microsoft.com/office/drawing/2014/main" id="{F406831C-D31E-4147-A6C9-B8F085877310}"/>
              </a:ext>
            </a:extLst>
          </p:cNvPr>
          <p:cNvSpPr/>
          <p:nvPr/>
        </p:nvSpPr>
        <p:spPr>
          <a:xfrm>
            <a:off x="5981330" y="3807526"/>
            <a:ext cx="229340" cy="229340"/>
          </a:xfrm>
          <a:prstGeom prst="donut">
            <a:avLst>
              <a:gd name="adj" fmla="val 9326"/>
            </a:avLst>
          </a:prstGeom>
          <a:ln>
            <a:solidFill>
              <a:schemeClr val="accent2"/>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solidFill>
                <a:schemeClr val="tx1"/>
              </a:solidFill>
            </a:endParaRPr>
          </a:p>
        </p:txBody>
      </p:sp>
      <p:sp>
        <p:nvSpPr>
          <p:cNvPr id="7" name="四角形: 角度付き 6">
            <a:extLst>
              <a:ext uri="{FF2B5EF4-FFF2-40B4-BE49-F238E27FC236}">
                <a16:creationId xmlns:a16="http://schemas.microsoft.com/office/drawing/2014/main" id="{FB430176-3509-4D24-BD03-6BA52EF04E6D}"/>
              </a:ext>
            </a:extLst>
          </p:cNvPr>
          <p:cNvSpPr/>
          <p:nvPr/>
        </p:nvSpPr>
        <p:spPr>
          <a:xfrm>
            <a:off x="1207363" y="3807526"/>
            <a:ext cx="1651247" cy="1651247"/>
          </a:xfrm>
          <a:prstGeom prst="bevel">
            <a:avLst/>
          </a:prstGeom>
          <a:solidFill>
            <a:schemeClr val="tx2">
              <a:lumMod val="60000"/>
              <a:lumOff val="40000"/>
              <a:alpha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楕円 11">
            <a:extLst>
              <a:ext uri="{FF2B5EF4-FFF2-40B4-BE49-F238E27FC236}">
                <a16:creationId xmlns:a16="http://schemas.microsoft.com/office/drawing/2014/main" id="{12255091-2C58-43DD-B7CD-CCE1178A2955}"/>
              </a:ext>
            </a:extLst>
          </p:cNvPr>
          <p:cNvSpPr/>
          <p:nvPr/>
        </p:nvSpPr>
        <p:spPr>
          <a:xfrm>
            <a:off x="1448667" y="4035017"/>
            <a:ext cx="1168637" cy="1168637"/>
          </a:xfrm>
          <a:prstGeom prst="ellipse">
            <a:avLst/>
          </a:prstGeom>
          <a:solidFill>
            <a:schemeClr val="lt1">
              <a:alpha val="6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14" name="四角形: 対角を切り取る 13">
            <a:extLst>
              <a:ext uri="{FF2B5EF4-FFF2-40B4-BE49-F238E27FC236}">
                <a16:creationId xmlns:a16="http://schemas.microsoft.com/office/drawing/2014/main" id="{422D127F-C700-4F9A-B918-0FF4FBDC35C6}"/>
              </a:ext>
            </a:extLst>
          </p:cNvPr>
          <p:cNvSpPr/>
          <p:nvPr/>
        </p:nvSpPr>
        <p:spPr>
          <a:xfrm>
            <a:off x="4813177" y="1576018"/>
            <a:ext cx="2192784" cy="372862"/>
          </a:xfrm>
          <a:prstGeom prst="snip2DiagRect">
            <a:avLst>
              <a:gd name="adj1" fmla="val 0"/>
              <a:gd name="adj2" fmla="val 50000"/>
            </a:avLst>
          </a:prstGeom>
          <a:solidFill>
            <a:schemeClr val="tx2">
              <a:lumMod val="75000"/>
            </a:schemeClr>
          </a:solidFill>
          <a:ln w="57150">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kumimoji="1" lang="en-US" altLang="ja-JP" dirty="0"/>
              <a:t>TIME:100</a:t>
            </a:r>
            <a:endParaRPr kumimoji="1" lang="ja-JP" altLang="en-US" dirty="0"/>
          </a:p>
        </p:txBody>
      </p:sp>
      <p:sp>
        <p:nvSpPr>
          <p:cNvPr id="15" name="四角形: 対角を切り取る 14">
            <a:extLst>
              <a:ext uri="{FF2B5EF4-FFF2-40B4-BE49-F238E27FC236}">
                <a16:creationId xmlns:a16="http://schemas.microsoft.com/office/drawing/2014/main" id="{EC97CC6C-34CA-464F-B089-7A6CB5B09F71}"/>
              </a:ext>
            </a:extLst>
          </p:cNvPr>
          <p:cNvSpPr/>
          <p:nvPr/>
        </p:nvSpPr>
        <p:spPr>
          <a:xfrm>
            <a:off x="8121959" y="1576018"/>
            <a:ext cx="2192784" cy="372862"/>
          </a:xfrm>
          <a:prstGeom prst="snip2DiagRect">
            <a:avLst>
              <a:gd name="adj1" fmla="val 50000"/>
              <a:gd name="adj2" fmla="val 0"/>
            </a:avLst>
          </a:prstGeom>
          <a:solidFill>
            <a:schemeClr val="tx2">
              <a:lumMod val="75000"/>
            </a:schemeClr>
          </a:solidFill>
          <a:ln w="57150">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kumimoji="1" lang="en-US" altLang="ja-JP" dirty="0"/>
              <a:t>SCORE:000000</a:t>
            </a:r>
            <a:endParaRPr kumimoji="1" lang="ja-JP" altLang="en-US" dirty="0"/>
          </a:p>
        </p:txBody>
      </p:sp>
      <p:sp>
        <p:nvSpPr>
          <p:cNvPr id="16" name="正方形/長方形 15">
            <a:extLst>
              <a:ext uri="{FF2B5EF4-FFF2-40B4-BE49-F238E27FC236}">
                <a16:creationId xmlns:a16="http://schemas.microsoft.com/office/drawing/2014/main" id="{325D1B01-1E19-419A-A208-BD7228D31B76}"/>
              </a:ext>
            </a:extLst>
          </p:cNvPr>
          <p:cNvSpPr/>
          <p:nvPr/>
        </p:nvSpPr>
        <p:spPr>
          <a:xfrm>
            <a:off x="6842002" y="1553158"/>
            <a:ext cx="1475228" cy="100522"/>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6E70FCEF-6D39-4E45-859D-699A4BA2F727}"/>
              </a:ext>
            </a:extLst>
          </p:cNvPr>
          <p:cNvSpPr/>
          <p:nvPr/>
        </p:nvSpPr>
        <p:spPr>
          <a:xfrm>
            <a:off x="10338435" y="1555698"/>
            <a:ext cx="893075" cy="100522"/>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18" name="正方形/長方形 17">
            <a:extLst>
              <a:ext uri="{FF2B5EF4-FFF2-40B4-BE49-F238E27FC236}">
                <a16:creationId xmlns:a16="http://schemas.microsoft.com/office/drawing/2014/main" id="{1300B866-10F6-4BA7-9BA5-3D5D0EBDB14A}"/>
              </a:ext>
            </a:extLst>
          </p:cNvPr>
          <p:cNvSpPr/>
          <p:nvPr/>
        </p:nvSpPr>
        <p:spPr>
          <a:xfrm>
            <a:off x="1047565" y="1559254"/>
            <a:ext cx="3741920" cy="13753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20" name="四角形: 対角を切り取る 19">
            <a:extLst>
              <a:ext uri="{FF2B5EF4-FFF2-40B4-BE49-F238E27FC236}">
                <a16:creationId xmlns:a16="http://schemas.microsoft.com/office/drawing/2014/main" id="{B8C316AB-3400-47B7-9F59-8B35559456FE}"/>
              </a:ext>
            </a:extLst>
          </p:cNvPr>
          <p:cNvSpPr/>
          <p:nvPr/>
        </p:nvSpPr>
        <p:spPr>
          <a:xfrm>
            <a:off x="9218351" y="3949618"/>
            <a:ext cx="1917132" cy="1463883"/>
          </a:xfrm>
          <a:prstGeom prst="snip2DiagRect">
            <a:avLst>
              <a:gd name="adj1" fmla="val 15738"/>
              <a:gd name="adj2" fmla="val 12930"/>
            </a:avLst>
          </a:prstGeom>
          <a:solidFill>
            <a:schemeClr val="tx2">
              <a:lumMod val="75000"/>
              <a:alpha val="60000"/>
            </a:schemeClr>
          </a:solidFill>
          <a:ln w="57150">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dirty="0"/>
          </a:p>
        </p:txBody>
      </p:sp>
      <p:sp>
        <p:nvSpPr>
          <p:cNvPr id="21" name="テキスト ボックス 20">
            <a:extLst>
              <a:ext uri="{FF2B5EF4-FFF2-40B4-BE49-F238E27FC236}">
                <a16:creationId xmlns:a16="http://schemas.microsoft.com/office/drawing/2014/main" id="{B93BB916-832D-4CE0-A77C-46C42210F941}"/>
              </a:ext>
            </a:extLst>
          </p:cNvPr>
          <p:cNvSpPr txBox="1"/>
          <p:nvPr/>
        </p:nvSpPr>
        <p:spPr>
          <a:xfrm>
            <a:off x="9248757" y="4145872"/>
            <a:ext cx="1371600" cy="369332"/>
          </a:xfrm>
          <a:prstGeom prst="rect">
            <a:avLst/>
          </a:prstGeom>
          <a:noFill/>
        </p:spPr>
        <p:txBody>
          <a:bodyPr wrap="square" rtlCol="0">
            <a:spAutoFit/>
          </a:bodyPr>
          <a:lstStyle/>
          <a:p>
            <a:r>
              <a:rPr kumimoji="1" lang="ja-JP" altLang="en-US" dirty="0">
                <a:solidFill>
                  <a:schemeClr val="bg1"/>
                </a:solidFill>
              </a:rPr>
              <a:t>～～～～～</a:t>
            </a:r>
          </a:p>
        </p:txBody>
      </p:sp>
      <p:sp>
        <p:nvSpPr>
          <p:cNvPr id="22" name="テキスト ボックス 21">
            <a:extLst>
              <a:ext uri="{FF2B5EF4-FFF2-40B4-BE49-F238E27FC236}">
                <a16:creationId xmlns:a16="http://schemas.microsoft.com/office/drawing/2014/main" id="{A5440B86-CFD4-474B-B1C6-3A3251EEF9B6}"/>
              </a:ext>
            </a:extLst>
          </p:cNvPr>
          <p:cNvSpPr txBox="1"/>
          <p:nvPr/>
        </p:nvSpPr>
        <p:spPr>
          <a:xfrm>
            <a:off x="9233554" y="4515204"/>
            <a:ext cx="1371600" cy="369332"/>
          </a:xfrm>
          <a:prstGeom prst="rect">
            <a:avLst/>
          </a:prstGeom>
          <a:noFill/>
        </p:spPr>
        <p:txBody>
          <a:bodyPr wrap="square" rtlCol="0">
            <a:spAutoFit/>
          </a:bodyPr>
          <a:lstStyle/>
          <a:p>
            <a:r>
              <a:rPr kumimoji="1" lang="ja-JP" altLang="en-US" dirty="0">
                <a:solidFill>
                  <a:schemeClr val="bg1"/>
                </a:solidFill>
              </a:rPr>
              <a:t>～～～～～</a:t>
            </a:r>
          </a:p>
        </p:txBody>
      </p:sp>
      <p:sp>
        <p:nvSpPr>
          <p:cNvPr id="23" name="テキスト ボックス 22">
            <a:extLst>
              <a:ext uri="{FF2B5EF4-FFF2-40B4-BE49-F238E27FC236}">
                <a16:creationId xmlns:a16="http://schemas.microsoft.com/office/drawing/2014/main" id="{B8181C57-D365-4102-8C16-64C8A9A7DD00}"/>
              </a:ext>
            </a:extLst>
          </p:cNvPr>
          <p:cNvSpPr txBox="1"/>
          <p:nvPr/>
        </p:nvSpPr>
        <p:spPr>
          <a:xfrm>
            <a:off x="9248757" y="4896124"/>
            <a:ext cx="1371600" cy="369332"/>
          </a:xfrm>
          <a:prstGeom prst="rect">
            <a:avLst/>
          </a:prstGeom>
          <a:noFill/>
        </p:spPr>
        <p:txBody>
          <a:bodyPr wrap="square" rtlCol="0">
            <a:spAutoFit/>
          </a:bodyPr>
          <a:lstStyle/>
          <a:p>
            <a:r>
              <a:rPr kumimoji="1" lang="ja-JP" altLang="en-US" dirty="0">
                <a:solidFill>
                  <a:schemeClr val="bg1"/>
                </a:solidFill>
              </a:rPr>
              <a:t>～～～～～</a:t>
            </a:r>
          </a:p>
        </p:txBody>
      </p:sp>
      <p:sp>
        <p:nvSpPr>
          <p:cNvPr id="24" name="楕円 23">
            <a:extLst>
              <a:ext uri="{FF2B5EF4-FFF2-40B4-BE49-F238E27FC236}">
                <a16:creationId xmlns:a16="http://schemas.microsoft.com/office/drawing/2014/main" id="{ED52257A-7C23-454B-B2EF-80785B2811F5}"/>
              </a:ext>
            </a:extLst>
          </p:cNvPr>
          <p:cNvSpPr/>
          <p:nvPr/>
        </p:nvSpPr>
        <p:spPr>
          <a:xfrm>
            <a:off x="10650763" y="4111005"/>
            <a:ext cx="333472" cy="333472"/>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25" name="楕円 24">
            <a:extLst>
              <a:ext uri="{FF2B5EF4-FFF2-40B4-BE49-F238E27FC236}">
                <a16:creationId xmlns:a16="http://schemas.microsoft.com/office/drawing/2014/main" id="{F4614126-B1B7-4F3F-92C7-61E965F0D6CD}"/>
              </a:ext>
            </a:extLst>
          </p:cNvPr>
          <p:cNvSpPr/>
          <p:nvPr/>
        </p:nvSpPr>
        <p:spPr>
          <a:xfrm>
            <a:off x="10662986" y="4497274"/>
            <a:ext cx="333472" cy="333472"/>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26" name="楕円 25">
            <a:extLst>
              <a:ext uri="{FF2B5EF4-FFF2-40B4-BE49-F238E27FC236}">
                <a16:creationId xmlns:a16="http://schemas.microsoft.com/office/drawing/2014/main" id="{3075AF5D-CEC3-45E2-B503-F5F4303127AD}"/>
              </a:ext>
            </a:extLst>
          </p:cNvPr>
          <p:cNvSpPr/>
          <p:nvPr/>
        </p:nvSpPr>
        <p:spPr>
          <a:xfrm>
            <a:off x="10662986" y="4896124"/>
            <a:ext cx="333472" cy="333472"/>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pic>
        <p:nvPicPr>
          <p:cNvPr id="27" name="図 26">
            <a:extLst>
              <a:ext uri="{FF2B5EF4-FFF2-40B4-BE49-F238E27FC236}">
                <a16:creationId xmlns:a16="http://schemas.microsoft.com/office/drawing/2014/main" id="{000983AB-B2D3-41C4-BAE6-8DB57554B9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47070" y="4633149"/>
            <a:ext cx="1727200" cy="1107566"/>
          </a:xfrm>
          <a:prstGeom prst="rect">
            <a:avLst/>
          </a:prstGeom>
        </p:spPr>
      </p:pic>
      <p:sp>
        <p:nvSpPr>
          <p:cNvPr id="28" name="四角形: 対角を丸める 27">
            <a:extLst>
              <a:ext uri="{FF2B5EF4-FFF2-40B4-BE49-F238E27FC236}">
                <a16:creationId xmlns:a16="http://schemas.microsoft.com/office/drawing/2014/main" id="{085A2B51-53CF-4035-9218-0249BF648434}"/>
              </a:ext>
            </a:extLst>
          </p:cNvPr>
          <p:cNvSpPr/>
          <p:nvPr/>
        </p:nvSpPr>
        <p:spPr>
          <a:xfrm>
            <a:off x="9218351" y="2110267"/>
            <a:ext cx="1811348" cy="1210072"/>
          </a:xfrm>
          <a:prstGeom prst="round2DiagRect">
            <a:avLst/>
          </a:prstGeom>
          <a:solidFill>
            <a:schemeClr val="accent3">
              <a:alpha val="60000"/>
            </a:schemeClr>
          </a:solidFill>
          <a:ln w="28575">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kumimoji="1" lang="ja-JP" altLang="en-US"/>
          </a:p>
        </p:txBody>
      </p:sp>
      <p:sp>
        <p:nvSpPr>
          <p:cNvPr id="29" name="正方形/長方形 28">
            <a:extLst>
              <a:ext uri="{FF2B5EF4-FFF2-40B4-BE49-F238E27FC236}">
                <a16:creationId xmlns:a16="http://schemas.microsoft.com/office/drawing/2014/main" id="{7E5EFE2E-EA64-407A-891B-469D30DF6196}"/>
              </a:ext>
            </a:extLst>
          </p:cNvPr>
          <p:cNvSpPr/>
          <p:nvPr/>
        </p:nvSpPr>
        <p:spPr>
          <a:xfrm>
            <a:off x="9248757" y="3051975"/>
            <a:ext cx="1778107" cy="240211"/>
          </a:xfrm>
          <a:prstGeom prst="rect">
            <a:avLst/>
          </a:prstGeom>
          <a:solidFill>
            <a:schemeClr val="bg2">
              <a:lumMod val="50000"/>
              <a:alpha val="6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33" name="四角形: 対角を切り取る 32">
            <a:extLst>
              <a:ext uri="{FF2B5EF4-FFF2-40B4-BE49-F238E27FC236}">
                <a16:creationId xmlns:a16="http://schemas.microsoft.com/office/drawing/2014/main" id="{5153CF74-F868-4F7A-A380-87938BD399F8}"/>
              </a:ext>
            </a:extLst>
          </p:cNvPr>
          <p:cNvSpPr/>
          <p:nvPr/>
        </p:nvSpPr>
        <p:spPr>
          <a:xfrm>
            <a:off x="3697709" y="5900185"/>
            <a:ext cx="4423719" cy="372863"/>
          </a:xfrm>
          <a:prstGeom prst="snip2DiagRect">
            <a:avLst>
              <a:gd name="adj1" fmla="val 26630"/>
              <a:gd name="adj2" fmla="val 0"/>
            </a:avLst>
          </a:prstGeom>
          <a:solidFill>
            <a:schemeClr val="bg2">
              <a:lumMod val="9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34" name="四角形: 対角を丸める 33">
            <a:extLst>
              <a:ext uri="{FF2B5EF4-FFF2-40B4-BE49-F238E27FC236}">
                <a16:creationId xmlns:a16="http://schemas.microsoft.com/office/drawing/2014/main" id="{7D6D30BD-64A8-4906-8B4F-36D16EF74D28}"/>
              </a:ext>
            </a:extLst>
          </p:cNvPr>
          <p:cNvSpPr/>
          <p:nvPr/>
        </p:nvSpPr>
        <p:spPr>
          <a:xfrm>
            <a:off x="3830320" y="5968593"/>
            <a:ext cx="2048769" cy="245844"/>
          </a:xfrm>
          <a:prstGeom prst="round2Diag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HP</a:t>
            </a:r>
            <a:endParaRPr kumimoji="1" lang="ja-JP" altLang="en-US" dirty="0"/>
          </a:p>
        </p:txBody>
      </p:sp>
      <p:sp>
        <p:nvSpPr>
          <p:cNvPr id="35" name="四角形: 対角を丸める 34">
            <a:extLst>
              <a:ext uri="{FF2B5EF4-FFF2-40B4-BE49-F238E27FC236}">
                <a16:creationId xmlns:a16="http://schemas.microsoft.com/office/drawing/2014/main" id="{1FB41D92-DF70-4118-9D21-3B8447AF381F}"/>
              </a:ext>
            </a:extLst>
          </p:cNvPr>
          <p:cNvSpPr/>
          <p:nvPr/>
        </p:nvSpPr>
        <p:spPr>
          <a:xfrm>
            <a:off x="5971170" y="5968593"/>
            <a:ext cx="2048769" cy="245844"/>
          </a:xfrm>
          <a:prstGeom prst="round2Diag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SHIELD</a:t>
            </a:r>
            <a:endParaRPr kumimoji="1" lang="ja-JP" altLang="en-US" dirty="0"/>
          </a:p>
        </p:txBody>
      </p:sp>
      <p:sp>
        <p:nvSpPr>
          <p:cNvPr id="39" name="楕円 38">
            <a:extLst>
              <a:ext uri="{FF2B5EF4-FFF2-40B4-BE49-F238E27FC236}">
                <a16:creationId xmlns:a16="http://schemas.microsoft.com/office/drawing/2014/main" id="{2FA7769A-3A11-43E5-B107-C660EB433D85}"/>
              </a:ext>
            </a:extLst>
          </p:cNvPr>
          <p:cNvSpPr/>
          <p:nvPr/>
        </p:nvSpPr>
        <p:spPr>
          <a:xfrm>
            <a:off x="5971170" y="4547170"/>
            <a:ext cx="233680" cy="233680"/>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楕円 39">
            <a:extLst>
              <a:ext uri="{FF2B5EF4-FFF2-40B4-BE49-F238E27FC236}">
                <a16:creationId xmlns:a16="http://schemas.microsoft.com/office/drawing/2014/main" id="{DD7A0634-DF88-49B1-B201-70F5FEDD48C8}"/>
              </a:ext>
            </a:extLst>
          </p:cNvPr>
          <p:cNvSpPr/>
          <p:nvPr/>
        </p:nvSpPr>
        <p:spPr>
          <a:xfrm>
            <a:off x="5970249" y="4101604"/>
            <a:ext cx="233680" cy="233680"/>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2940231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8DC865F-1909-438A-B2FB-B0A0346253D9}"/>
              </a:ext>
            </a:extLst>
          </p:cNvPr>
          <p:cNvSpPr>
            <a:spLocks noGrp="1"/>
          </p:cNvSpPr>
          <p:nvPr>
            <p:ph type="title"/>
          </p:nvPr>
        </p:nvSpPr>
        <p:spPr/>
        <p:txBody>
          <a:bodyPr/>
          <a:lstStyle/>
          <a:p>
            <a:r>
              <a:rPr lang="ja-JP" altLang="en-US" dirty="0"/>
              <a:t>ゲーム開始（スコア基本点）</a:t>
            </a:r>
            <a:endParaRPr kumimoji="1" lang="ja-JP" altLang="en-US" dirty="0"/>
          </a:p>
        </p:txBody>
      </p:sp>
      <p:sp>
        <p:nvSpPr>
          <p:cNvPr id="4" name="正方形/長方形 3">
            <a:extLst>
              <a:ext uri="{FF2B5EF4-FFF2-40B4-BE49-F238E27FC236}">
                <a16:creationId xmlns:a16="http://schemas.microsoft.com/office/drawing/2014/main" id="{347E9679-04E1-4978-9187-AC07295CAC5D}"/>
              </a:ext>
            </a:extLst>
          </p:cNvPr>
          <p:cNvSpPr/>
          <p:nvPr/>
        </p:nvSpPr>
        <p:spPr>
          <a:xfrm>
            <a:off x="1056517" y="1541017"/>
            <a:ext cx="10191565" cy="52200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円: 塗りつぶしなし 9">
            <a:extLst>
              <a:ext uri="{FF2B5EF4-FFF2-40B4-BE49-F238E27FC236}">
                <a16:creationId xmlns:a16="http://schemas.microsoft.com/office/drawing/2014/main" id="{C279B7C3-4415-4D9E-932F-8FFC0FF380BE}"/>
              </a:ext>
            </a:extLst>
          </p:cNvPr>
          <p:cNvSpPr/>
          <p:nvPr/>
        </p:nvSpPr>
        <p:spPr>
          <a:xfrm>
            <a:off x="5909569" y="3735765"/>
            <a:ext cx="372862" cy="372862"/>
          </a:xfrm>
          <a:prstGeom prst="donut">
            <a:avLst>
              <a:gd name="adj" fmla="val 9326"/>
            </a:avLst>
          </a:prstGeom>
          <a:ln>
            <a:solidFill>
              <a:schemeClr val="accent2"/>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solidFill>
                <a:schemeClr val="tx1"/>
              </a:solidFill>
            </a:endParaRPr>
          </a:p>
        </p:txBody>
      </p:sp>
      <p:sp>
        <p:nvSpPr>
          <p:cNvPr id="11" name="円: 塗りつぶしなし 10">
            <a:extLst>
              <a:ext uri="{FF2B5EF4-FFF2-40B4-BE49-F238E27FC236}">
                <a16:creationId xmlns:a16="http://schemas.microsoft.com/office/drawing/2014/main" id="{F406831C-D31E-4147-A6C9-B8F085877310}"/>
              </a:ext>
            </a:extLst>
          </p:cNvPr>
          <p:cNvSpPr/>
          <p:nvPr/>
        </p:nvSpPr>
        <p:spPr>
          <a:xfrm>
            <a:off x="5981330" y="3807526"/>
            <a:ext cx="229340" cy="229340"/>
          </a:xfrm>
          <a:prstGeom prst="donut">
            <a:avLst>
              <a:gd name="adj" fmla="val 9326"/>
            </a:avLst>
          </a:prstGeom>
          <a:ln>
            <a:solidFill>
              <a:schemeClr val="accent2"/>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solidFill>
                <a:schemeClr val="tx1"/>
              </a:solidFill>
            </a:endParaRPr>
          </a:p>
        </p:txBody>
      </p:sp>
      <p:sp>
        <p:nvSpPr>
          <p:cNvPr id="7" name="四角形: 角度付き 6">
            <a:extLst>
              <a:ext uri="{FF2B5EF4-FFF2-40B4-BE49-F238E27FC236}">
                <a16:creationId xmlns:a16="http://schemas.microsoft.com/office/drawing/2014/main" id="{FB430176-3509-4D24-BD03-6BA52EF04E6D}"/>
              </a:ext>
            </a:extLst>
          </p:cNvPr>
          <p:cNvSpPr/>
          <p:nvPr/>
        </p:nvSpPr>
        <p:spPr>
          <a:xfrm>
            <a:off x="1207363" y="3807526"/>
            <a:ext cx="1651247" cy="1651247"/>
          </a:xfrm>
          <a:prstGeom prst="bevel">
            <a:avLst/>
          </a:prstGeom>
          <a:solidFill>
            <a:schemeClr val="tx2">
              <a:lumMod val="60000"/>
              <a:lumOff val="40000"/>
              <a:alpha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楕円 11">
            <a:extLst>
              <a:ext uri="{FF2B5EF4-FFF2-40B4-BE49-F238E27FC236}">
                <a16:creationId xmlns:a16="http://schemas.microsoft.com/office/drawing/2014/main" id="{12255091-2C58-43DD-B7CD-CCE1178A2955}"/>
              </a:ext>
            </a:extLst>
          </p:cNvPr>
          <p:cNvSpPr/>
          <p:nvPr/>
        </p:nvSpPr>
        <p:spPr>
          <a:xfrm>
            <a:off x="1448667" y="4035017"/>
            <a:ext cx="1168637" cy="1168637"/>
          </a:xfrm>
          <a:prstGeom prst="ellipse">
            <a:avLst/>
          </a:prstGeom>
          <a:solidFill>
            <a:schemeClr val="lt1">
              <a:alpha val="6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14" name="四角形: 対角を切り取る 13">
            <a:extLst>
              <a:ext uri="{FF2B5EF4-FFF2-40B4-BE49-F238E27FC236}">
                <a16:creationId xmlns:a16="http://schemas.microsoft.com/office/drawing/2014/main" id="{422D127F-C700-4F9A-B918-0FF4FBDC35C6}"/>
              </a:ext>
            </a:extLst>
          </p:cNvPr>
          <p:cNvSpPr/>
          <p:nvPr/>
        </p:nvSpPr>
        <p:spPr>
          <a:xfrm>
            <a:off x="4813177" y="1576018"/>
            <a:ext cx="2192784" cy="372862"/>
          </a:xfrm>
          <a:prstGeom prst="snip2DiagRect">
            <a:avLst>
              <a:gd name="adj1" fmla="val 0"/>
              <a:gd name="adj2" fmla="val 50000"/>
            </a:avLst>
          </a:prstGeom>
          <a:solidFill>
            <a:schemeClr val="tx2">
              <a:lumMod val="75000"/>
            </a:schemeClr>
          </a:solidFill>
          <a:ln w="57150">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kumimoji="1" lang="en-US" altLang="ja-JP" dirty="0"/>
              <a:t>TIME:100</a:t>
            </a:r>
            <a:endParaRPr kumimoji="1" lang="ja-JP" altLang="en-US" dirty="0"/>
          </a:p>
        </p:txBody>
      </p:sp>
      <p:sp>
        <p:nvSpPr>
          <p:cNvPr id="15" name="四角形: 対角を切り取る 14">
            <a:extLst>
              <a:ext uri="{FF2B5EF4-FFF2-40B4-BE49-F238E27FC236}">
                <a16:creationId xmlns:a16="http://schemas.microsoft.com/office/drawing/2014/main" id="{EC97CC6C-34CA-464F-B089-7A6CB5B09F71}"/>
              </a:ext>
            </a:extLst>
          </p:cNvPr>
          <p:cNvSpPr/>
          <p:nvPr/>
        </p:nvSpPr>
        <p:spPr>
          <a:xfrm>
            <a:off x="8121959" y="1576018"/>
            <a:ext cx="2192784" cy="372862"/>
          </a:xfrm>
          <a:prstGeom prst="snip2DiagRect">
            <a:avLst>
              <a:gd name="adj1" fmla="val 50000"/>
              <a:gd name="adj2" fmla="val 0"/>
            </a:avLst>
          </a:prstGeom>
          <a:solidFill>
            <a:schemeClr val="tx2">
              <a:lumMod val="75000"/>
            </a:schemeClr>
          </a:solidFill>
          <a:ln w="57150">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kumimoji="1" lang="en-US" altLang="ja-JP" dirty="0"/>
              <a:t>SCORE:000100</a:t>
            </a:r>
            <a:endParaRPr kumimoji="1" lang="ja-JP" altLang="en-US" dirty="0"/>
          </a:p>
        </p:txBody>
      </p:sp>
      <p:sp>
        <p:nvSpPr>
          <p:cNvPr id="16" name="正方形/長方形 15">
            <a:extLst>
              <a:ext uri="{FF2B5EF4-FFF2-40B4-BE49-F238E27FC236}">
                <a16:creationId xmlns:a16="http://schemas.microsoft.com/office/drawing/2014/main" id="{325D1B01-1E19-419A-A208-BD7228D31B76}"/>
              </a:ext>
            </a:extLst>
          </p:cNvPr>
          <p:cNvSpPr/>
          <p:nvPr/>
        </p:nvSpPr>
        <p:spPr>
          <a:xfrm>
            <a:off x="6842002" y="1553158"/>
            <a:ext cx="1475228" cy="100522"/>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6E70FCEF-6D39-4E45-859D-699A4BA2F727}"/>
              </a:ext>
            </a:extLst>
          </p:cNvPr>
          <p:cNvSpPr/>
          <p:nvPr/>
        </p:nvSpPr>
        <p:spPr>
          <a:xfrm>
            <a:off x="10338435" y="1555698"/>
            <a:ext cx="893075" cy="100522"/>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18" name="正方形/長方形 17">
            <a:extLst>
              <a:ext uri="{FF2B5EF4-FFF2-40B4-BE49-F238E27FC236}">
                <a16:creationId xmlns:a16="http://schemas.microsoft.com/office/drawing/2014/main" id="{1300B866-10F6-4BA7-9BA5-3D5D0EBDB14A}"/>
              </a:ext>
            </a:extLst>
          </p:cNvPr>
          <p:cNvSpPr/>
          <p:nvPr/>
        </p:nvSpPr>
        <p:spPr>
          <a:xfrm>
            <a:off x="1047565" y="1559254"/>
            <a:ext cx="3741920" cy="13753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20" name="四角形: 対角を切り取る 19">
            <a:extLst>
              <a:ext uri="{FF2B5EF4-FFF2-40B4-BE49-F238E27FC236}">
                <a16:creationId xmlns:a16="http://schemas.microsoft.com/office/drawing/2014/main" id="{B8C316AB-3400-47B7-9F59-8B35559456FE}"/>
              </a:ext>
            </a:extLst>
          </p:cNvPr>
          <p:cNvSpPr/>
          <p:nvPr/>
        </p:nvSpPr>
        <p:spPr>
          <a:xfrm>
            <a:off x="9218351" y="3949618"/>
            <a:ext cx="1917132" cy="1463883"/>
          </a:xfrm>
          <a:prstGeom prst="snip2DiagRect">
            <a:avLst>
              <a:gd name="adj1" fmla="val 15738"/>
              <a:gd name="adj2" fmla="val 12930"/>
            </a:avLst>
          </a:prstGeom>
          <a:solidFill>
            <a:schemeClr val="tx2">
              <a:lumMod val="75000"/>
              <a:alpha val="60000"/>
            </a:schemeClr>
          </a:solidFill>
          <a:ln w="57150">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dirty="0"/>
          </a:p>
        </p:txBody>
      </p:sp>
      <p:sp>
        <p:nvSpPr>
          <p:cNvPr id="21" name="テキスト ボックス 20">
            <a:extLst>
              <a:ext uri="{FF2B5EF4-FFF2-40B4-BE49-F238E27FC236}">
                <a16:creationId xmlns:a16="http://schemas.microsoft.com/office/drawing/2014/main" id="{B93BB916-832D-4CE0-A77C-46C42210F941}"/>
              </a:ext>
            </a:extLst>
          </p:cNvPr>
          <p:cNvSpPr txBox="1"/>
          <p:nvPr/>
        </p:nvSpPr>
        <p:spPr>
          <a:xfrm>
            <a:off x="9248757" y="4145872"/>
            <a:ext cx="1371600" cy="369332"/>
          </a:xfrm>
          <a:prstGeom prst="rect">
            <a:avLst/>
          </a:prstGeom>
          <a:noFill/>
        </p:spPr>
        <p:txBody>
          <a:bodyPr wrap="square" rtlCol="0">
            <a:spAutoFit/>
          </a:bodyPr>
          <a:lstStyle/>
          <a:p>
            <a:r>
              <a:rPr kumimoji="1" lang="ja-JP" altLang="en-US" dirty="0">
                <a:solidFill>
                  <a:schemeClr val="bg1"/>
                </a:solidFill>
              </a:rPr>
              <a:t>～～～～～</a:t>
            </a:r>
          </a:p>
        </p:txBody>
      </p:sp>
      <p:sp>
        <p:nvSpPr>
          <p:cNvPr id="22" name="テキスト ボックス 21">
            <a:extLst>
              <a:ext uri="{FF2B5EF4-FFF2-40B4-BE49-F238E27FC236}">
                <a16:creationId xmlns:a16="http://schemas.microsoft.com/office/drawing/2014/main" id="{A5440B86-CFD4-474B-B1C6-3A3251EEF9B6}"/>
              </a:ext>
            </a:extLst>
          </p:cNvPr>
          <p:cNvSpPr txBox="1"/>
          <p:nvPr/>
        </p:nvSpPr>
        <p:spPr>
          <a:xfrm>
            <a:off x="9233554" y="4515204"/>
            <a:ext cx="1371600" cy="369332"/>
          </a:xfrm>
          <a:prstGeom prst="rect">
            <a:avLst/>
          </a:prstGeom>
          <a:noFill/>
        </p:spPr>
        <p:txBody>
          <a:bodyPr wrap="square" rtlCol="0">
            <a:spAutoFit/>
          </a:bodyPr>
          <a:lstStyle/>
          <a:p>
            <a:r>
              <a:rPr kumimoji="1" lang="ja-JP" altLang="en-US" dirty="0">
                <a:solidFill>
                  <a:schemeClr val="bg1"/>
                </a:solidFill>
              </a:rPr>
              <a:t>～～～～～</a:t>
            </a:r>
          </a:p>
        </p:txBody>
      </p:sp>
      <p:sp>
        <p:nvSpPr>
          <p:cNvPr id="23" name="テキスト ボックス 22">
            <a:extLst>
              <a:ext uri="{FF2B5EF4-FFF2-40B4-BE49-F238E27FC236}">
                <a16:creationId xmlns:a16="http://schemas.microsoft.com/office/drawing/2014/main" id="{B8181C57-D365-4102-8C16-64C8A9A7DD00}"/>
              </a:ext>
            </a:extLst>
          </p:cNvPr>
          <p:cNvSpPr txBox="1"/>
          <p:nvPr/>
        </p:nvSpPr>
        <p:spPr>
          <a:xfrm>
            <a:off x="9248757" y="4896124"/>
            <a:ext cx="1371600" cy="369332"/>
          </a:xfrm>
          <a:prstGeom prst="rect">
            <a:avLst/>
          </a:prstGeom>
          <a:noFill/>
        </p:spPr>
        <p:txBody>
          <a:bodyPr wrap="square" rtlCol="0">
            <a:spAutoFit/>
          </a:bodyPr>
          <a:lstStyle/>
          <a:p>
            <a:r>
              <a:rPr kumimoji="1" lang="ja-JP" altLang="en-US" dirty="0">
                <a:solidFill>
                  <a:schemeClr val="bg1"/>
                </a:solidFill>
              </a:rPr>
              <a:t>～～～～～</a:t>
            </a:r>
          </a:p>
        </p:txBody>
      </p:sp>
      <p:sp>
        <p:nvSpPr>
          <p:cNvPr id="24" name="楕円 23">
            <a:extLst>
              <a:ext uri="{FF2B5EF4-FFF2-40B4-BE49-F238E27FC236}">
                <a16:creationId xmlns:a16="http://schemas.microsoft.com/office/drawing/2014/main" id="{ED52257A-7C23-454B-B2EF-80785B2811F5}"/>
              </a:ext>
            </a:extLst>
          </p:cNvPr>
          <p:cNvSpPr/>
          <p:nvPr/>
        </p:nvSpPr>
        <p:spPr>
          <a:xfrm>
            <a:off x="10650763" y="4111005"/>
            <a:ext cx="333472" cy="333472"/>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25" name="楕円 24">
            <a:extLst>
              <a:ext uri="{FF2B5EF4-FFF2-40B4-BE49-F238E27FC236}">
                <a16:creationId xmlns:a16="http://schemas.microsoft.com/office/drawing/2014/main" id="{F4614126-B1B7-4F3F-92C7-61E965F0D6CD}"/>
              </a:ext>
            </a:extLst>
          </p:cNvPr>
          <p:cNvSpPr/>
          <p:nvPr/>
        </p:nvSpPr>
        <p:spPr>
          <a:xfrm>
            <a:off x="10662986" y="4497274"/>
            <a:ext cx="333472" cy="333472"/>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26" name="楕円 25">
            <a:extLst>
              <a:ext uri="{FF2B5EF4-FFF2-40B4-BE49-F238E27FC236}">
                <a16:creationId xmlns:a16="http://schemas.microsoft.com/office/drawing/2014/main" id="{3075AF5D-CEC3-45E2-B503-F5F4303127AD}"/>
              </a:ext>
            </a:extLst>
          </p:cNvPr>
          <p:cNvSpPr/>
          <p:nvPr/>
        </p:nvSpPr>
        <p:spPr>
          <a:xfrm>
            <a:off x="10662986" y="4896124"/>
            <a:ext cx="333472" cy="333472"/>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pic>
        <p:nvPicPr>
          <p:cNvPr id="27" name="図 26">
            <a:extLst>
              <a:ext uri="{FF2B5EF4-FFF2-40B4-BE49-F238E27FC236}">
                <a16:creationId xmlns:a16="http://schemas.microsoft.com/office/drawing/2014/main" id="{000983AB-B2D3-41C4-BAE6-8DB57554B9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47070" y="4633149"/>
            <a:ext cx="1727200" cy="1107566"/>
          </a:xfrm>
          <a:prstGeom prst="rect">
            <a:avLst/>
          </a:prstGeom>
        </p:spPr>
      </p:pic>
      <p:sp>
        <p:nvSpPr>
          <p:cNvPr id="28" name="四角形: 対角を丸める 27">
            <a:extLst>
              <a:ext uri="{FF2B5EF4-FFF2-40B4-BE49-F238E27FC236}">
                <a16:creationId xmlns:a16="http://schemas.microsoft.com/office/drawing/2014/main" id="{085A2B51-53CF-4035-9218-0249BF648434}"/>
              </a:ext>
            </a:extLst>
          </p:cNvPr>
          <p:cNvSpPr/>
          <p:nvPr/>
        </p:nvSpPr>
        <p:spPr>
          <a:xfrm>
            <a:off x="9218351" y="2110267"/>
            <a:ext cx="1811348" cy="1210072"/>
          </a:xfrm>
          <a:prstGeom prst="round2DiagRect">
            <a:avLst/>
          </a:prstGeom>
          <a:solidFill>
            <a:schemeClr val="accent3">
              <a:alpha val="60000"/>
            </a:schemeClr>
          </a:solidFill>
          <a:ln w="28575">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kumimoji="1" lang="ja-JP" altLang="en-US"/>
          </a:p>
        </p:txBody>
      </p:sp>
      <p:sp>
        <p:nvSpPr>
          <p:cNvPr id="29" name="正方形/長方形 28">
            <a:extLst>
              <a:ext uri="{FF2B5EF4-FFF2-40B4-BE49-F238E27FC236}">
                <a16:creationId xmlns:a16="http://schemas.microsoft.com/office/drawing/2014/main" id="{7E5EFE2E-EA64-407A-891B-469D30DF6196}"/>
              </a:ext>
            </a:extLst>
          </p:cNvPr>
          <p:cNvSpPr/>
          <p:nvPr/>
        </p:nvSpPr>
        <p:spPr>
          <a:xfrm>
            <a:off x="9248757" y="3051975"/>
            <a:ext cx="1778107" cy="240211"/>
          </a:xfrm>
          <a:prstGeom prst="rect">
            <a:avLst/>
          </a:prstGeom>
          <a:solidFill>
            <a:schemeClr val="bg2">
              <a:lumMod val="50000"/>
              <a:alpha val="6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33" name="四角形: 対角を切り取る 32">
            <a:extLst>
              <a:ext uri="{FF2B5EF4-FFF2-40B4-BE49-F238E27FC236}">
                <a16:creationId xmlns:a16="http://schemas.microsoft.com/office/drawing/2014/main" id="{5153CF74-F868-4F7A-A380-87938BD399F8}"/>
              </a:ext>
            </a:extLst>
          </p:cNvPr>
          <p:cNvSpPr/>
          <p:nvPr/>
        </p:nvSpPr>
        <p:spPr>
          <a:xfrm>
            <a:off x="3697709" y="5900185"/>
            <a:ext cx="4423719" cy="372863"/>
          </a:xfrm>
          <a:prstGeom prst="snip2DiagRect">
            <a:avLst>
              <a:gd name="adj1" fmla="val 26630"/>
              <a:gd name="adj2" fmla="val 0"/>
            </a:avLst>
          </a:prstGeom>
          <a:solidFill>
            <a:schemeClr val="bg2">
              <a:lumMod val="9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34" name="四角形: 対角を丸める 33">
            <a:extLst>
              <a:ext uri="{FF2B5EF4-FFF2-40B4-BE49-F238E27FC236}">
                <a16:creationId xmlns:a16="http://schemas.microsoft.com/office/drawing/2014/main" id="{7D6D30BD-64A8-4906-8B4F-36D16EF74D28}"/>
              </a:ext>
            </a:extLst>
          </p:cNvPr>
          <p:cNvSpPr/>
          <p:nvPr/>
        </p:nvSpPr>
        <p:spPr>
          <a:xfrm>
            <a:off x="3830320" y="5968593"/>
            <a:ext cx="2048769" cy="245844"/>
          </a:xfrm>
          <a:prstGeom prst="round2Diag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HP</a:t>
            </a:r>
            <a:endParaRPr kumimoji="1" lang="ja-JP" altLang="en-US" dirty="0"/>
          </a:p>
        </p:txBody>
      </p:sp>
      <p:sp>
        <p:nvSpPr>
          <p:cNvPr id="35" name="四角形: 対角を丸める 34">
            <a:extLst>
              <a:ext uri="{FF2B5EF4-FFF2-40B4-BE49-F238E27FC236}">
                <a16:creationId xmlns:a16="http://schemas.microsoft.com/office/drawing/2014/main" id="{1FB41D92-DF70-4118-9D21-3B8447AF381F}"/>
              </a:ext>
            </a:extLst>
          </p:cNvPr>
          <p:cNvSpPr/>
          <p:nvPr/>
        </p:nvSpPr>
        <p:spPr>
          <a:xfrm>
            <a:off x="5971170" y="5968593"/>
            <a:ext cx="2048769" cy="245844"/>
          </a:xfrm>
          <a:prstGeom prst="round2Diag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SHIELD</a:t>
            </a:r>
            <a:endParaRPr kumimoji="1" lang="ja-JP" altLang="en-US" dirty="0"/>
          </a:p>
        </p:txBody>
      </p:sp>
      <p:sp>
        <p:nvSpPr>
          <p:cNvPr id="39" name="楕円 38">
            <a:extLst>
              <a:ext uri="{FF2B5EF4-FFF2-40B4-BE49-F238E27FC236}">
                <a16:creationId xmlns:a16="http://schemas.microsoft.com/office/drawing/2014/main" id="{2FA7769A-3A11-43E5-B107-C660EB433D85}"/>
              </a:ext>
            </a:extLst>
          </p:cNvPr>
          <p:cNvSpPr/>
          <p:nvPr/>
        </p:nvSpPr>
        <p:spPr>
          <a:xfrm>
            <a:off x="5971170" y="4547170"/>
            <a:ext cx="233680" cy="233680"/>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楕円 39">
            <a:extLst>
              <a:ext uri="{FF2B5EF4-FFF2-40B4-BE49-F238E27FC236}">
                <a16:creationId xmlns:a16="http://schemas.microsoft.com/office/drawing/2014/main" id="{DD7A0634-DF88-49B1-B201-70F5FEDD48C8}"/>
              </a:ext>
            </a:extLst>
          </p:cNvPr>
          <p:cNvSpPr/>
          <p:nvPr/>
        </p:nvSpPr>
        <p:spPr>
          <a:xfrm>
            <a:off x="5970249" y="4101604"/>
            <a:ext cx="233680" cy="233680"/>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30" name="図 29">
            <a:extLst>
              <a:ext uri="{FF2B5EF4-FFF2-40B4-BE49-F238E27FC236}">
                <a16:creationId xmlns:a16="http://schemas.microsoft.com/office/drawing/2014/main" id="{71B5ECE2-9A0B-44D6-8AB7-1593CD04A4F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20851" y="2908961"/>
            <a:ext cx="1132475" cy="849356"/>
          </a:xfrm>
          <a:prstGeom prst="rect">
            <a:avLst/>
          </a:prstGeom>
        </p:spPr>
      </p:pic>
      <p:sp>
        <p:nvSpPr>
          <p:cNvPr id="31" name="楕円 30">
            <a:extLst>
              <a:ext uri="{FF2B5EF4-FFF2-40B4-BE49-F238E27FC236}">
                <a16:creationId xmlns:a16="http://schemas.microsoft.com/office/drawing/2014/main" id="{C4E9BE15-35F0-4A6A-8E90-70CCDF9B6BD2}"/>
              </a:ext>
            </a:extLst>
          </p:cNvPr>
          <p:cNvSpPr/>
          <p:nvPr/>
        </p:nvSpPr>
        <p:spPr>
          <a:xfrm>
            <a:off x="5963640" y="3494111"/>
            <a:ext cx="233680" cy="233680"/>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32" name="図 31">
            <a:extLst>
              <a:ext uri="{FF2B5EF4-FFF2-40B4-BE49-F238E27FC236}">
                <a16:creationId xmlns:a16="http://schemas.microsoft.com/office/drawing/2014/main" id="{1CB6BE9C-31D3-4053-A92F-AA99684876F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58568" y="3379244"/>
            <a:ext cx="950722" cy="713042"/>
          </a:xfrm>
          <a:prstGeom prst="rect">
            <a:avLst/>
          </a:prstGeom>
        </p:spPr>
      </p:pic>
      <p:pic>
        <p:nvPicPr>
          <p:cNvPr id="43" name="図 42">
            <a:extLst>
              <a:ext uri="{FF2B5EF4-FFF2-40B4-BE49-F238E27FC236}">
                <a16:creationId xmlns:a16="http://schemas.microsoft.com/office/drawing/2014/main" id="{4B5D1125-BC23-45D4-A47A-521C3F4719E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9085601">
            <a:off x="6760575" y="3035885"/>
            <a:ext cx="1101137" cy="825853"/>
          </a:xfrm>
          <a:prstGeom prst="rect">
            <a:avLst/>
          </a:prstGeom>
        </p:spPr>
      </p:pic>
      <p:sp>
        <p:nvSpPr>
          <p:cNvPr id="44" name="フリーフォーム: 図形 43">
            <a:extLst>
              <a:ext uri="{FF2B5EF4-FFF2-40B4-BE49-F238E27FC236}">
                <a16:creationId xmlns:a16="http://schemas.microsoft.com/office/drawing/2014/main" id="{076C69AC-D690-47CE-A1B9-A459A463FC03}"/>
              </a:ext>
            </a:extLst>
          </p:cNvPr>
          <p:cNvSpPr/>
          <p:nvPr/>
        </p:nvSpPr>
        <p:spPr>
          <a:xfrm>
            <a:off x="7180682" y="2901102"/>
            <a:ext cx="63912" cy="350236"/>
          </a:xfrm>
          <a:custGeom>
            <a:avLst/>
            <a:gdLst>
              <a:gd name="connsiteX0" fmla="*/ 49530 w 95250"/>
              <a:gd name="connsiteY0" fmla="*/ 0 h 521970"/>
              <a:gd name="connsiteX1" fmla="*/ 83820 w 95250"/>
              <a:gd name="connsiteY1" fmla="*/ 22860 h 521970"/>
              <a:gd name="connsiteX2" fmla="*/ 87630 w 95250"/>
              <a:gd name="connsiteY2" fmla="*/ 49530 h 521970"/>
              <a:gd name="connsiteX3" fmla="*/ 95250 w 95250"/>
              <a:gd name="connsiteY3" fmla="*/ 72390 h 521970"/>
              <a:gd name="connsiteX4" fmla="*/ 91440 w 95250"/>
              <a:gd name="connsiteY4" fmla="*/ 194310 h 521970"/>
              <a:gd name="connsiteX5" fmla="*/ 68580 w 95250"/>
              <a:gd name="connsiteY5" fmla="*/ 240030 h 521970"/>
              <a:gd name="connsiteX6" fmla="*/ 49530 w 95250"/>
              <a:gd name="connsiteY6" fmla="*/ 274320 h 521970"/>
              <a:gd name="connsiteX7" fmla="*/ 45720 w 95250"/>
              <a:gd name="connsiteY7" fmla="*/ 285750 h 521970"/>
              <a:gd name="connsiteX8" fmla="*/ 11430 w 95250"/>
              <a:gd name="connsiteY8" fmla="*/ 350520 h 521970"/>
              <a:gd name="connsiteX9" fmla="*/ 0 w 95250"/>
              <a:gd name="connsiteY9" fmla="*/ 384810 h 521970"/>
              <a:gd name="connsiteX10" fmla="*/ 7620 w 95250"/>
              <a:gd name="connsiteY10" fmla="*/ 487680 h 521970"/>
              <a:gd name="connsiteX11" fmla="*/ 15240 w 95250"/>
              <a:gd name="connsiteY11" fmla="*/ 499110 h 521970"/>
              <a:gd name="connsiteX12" fmla="*/ 19050 w 95250"/>
              <a:gd name="connsiteY12" fmla="*/ 521970 h 5219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5250" h="521970">
                <a:moveTo>
                  <a:pt x="49530" y="0"/>
                </a:moveTo>
                <a:cubicBezTo>
                  <a:pt x="60960" y="7620"/>
                  <a:pt x="75444" y="11972"/>
                  <a:pt x="83820" y="22860"/>
                </a:cubicBezTo>
                <a:cubicBezTo>
                  <a:pt x="89295" y="29978"/>
                  <a:pt x="85611" y="40780"/>
                  <a:pt x="87630" y="49530"/>
                </a:cubicBezTo>
                <a:cubicBezTo>
                  <a:pt x="89436" y="57356"/>
                  <a:pt x="92710" y="64770"/>
                  <a:pt x="95250" y="72390"/>
                </a:cubicBezTo>
                <a:cubicBezTo>
                  <a:pt x="93980" y="113030"/>
                  <a:pt x="95588" y="153862"/>
                  <a:pt x="91440" y="194310"/>
                </a:cubicBezTo>
                <a:cubicBezTo>
                  <a:pt x="89901" y="209312"/>
                  <a:pt x="75180" y="226831"/>
                  <a:pt x="68580" y="240030"/>
                </a:cubicBezTo>
                <a:cubicBezTo>
                  <a:pt x="51118" y="274954"/>
                  <a:pt x="72012" y="244344"/>
                  <a:pt x="49530" y="274320"/>
                </a:cubicBezTo>
                <a:cubicBezTo>
                  <a:pt x="48260" y="278130"/>
                  <a:pt x="47516" y="282158"/>
                  <a:pt x="45720" y="285750"/>
                </a:cubicBezTo>
                <a:cubicBezTo>
                  <a:pt x="30166" y="316858"/>
                  <a:pt x="26920" y="304050"/>
                  <a:pt x="11430" y="350520"/>
                </a:cubicBezTo>
                <a:lnTo>
                  <a:pt x="0" y="384810"/>
                </a:lnTo>
                <a:cubicBezTo>
                  <a:pt x="2540" y="419100"/>
                  <a:pt x="3076" y="453598"/>
                  <a:pt x="7620" y="487680"/>
                </a:cubicBezTo>
                <a:cubicBezTo>
                  <a:pt x="8225" y="492219"/>
                  <a:pt x="13632" y="494823"/>
                  <a:pt x="15240" y="499110"/>
                </a:cubicBezTo>
                <a:cubicBezTo>
                  <a:pt x="19299" y="509934"/>
                  <a:pt x="19050" y="513542"/>
                  <a:pt x="19050" y="52197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5" name="フリーフォーム: 図形 44">
            <a:extLst>
              <a:ext uri="{FF2B5EF4-FFF2-40B4-BE49-F238E27FC236}">
                <a16:creationId xmlns:a16="http://schemas.microsoft.com/office/drawing/2014/main" id="{9612606A-4A50-46C1-8B8E-7087C5D08787}"/>
              </a:ext>
            </a:extLst>
          </p:cNvPr>
          <p:cNvSpPr/>
          <p:nvPr/>
        </p:nvSpPr>
        <p:spPr>
          <a:xfrm>
            <a:off x="7334568" y="2916056"/>
            <a:ext cx="63912" cy="350236"/>
          </a:xfrm>
          <a:custGeom>
            <a:avLst/>
            <a:gdLst>
              <a:gd name="connsiteX0" fmla="*/ 49530 w 95250"/>
              <a:gd name="connsiteY0" fmla="*/ 0 h 521970"/>
              <a:gd name="connsiteX1" fmla="*/ 83820 w 95250"/>
              <a:gd name="connsiteY1" fmla="*/ 22860 h 521970"/>
              <a:gd name="connsiteX2" fmla="*/ 87630 w 95250"/>
              <a:gd name="connsiteY2" fmla="*/ 49530 h 521970"/>
              <a:gd name="connsiteX3" fmla="*/ 95250 w 95250"/>
              <a:gd name="connsiteY3" fmla="*/ 72390 h 521970"/>
              <a:gd name="connsiteX4" fmla="*/ 91440 w 95250"/>
              <a:gd name="connsiteY4" fmla="*/ 194310 h 521970"/>
              <a:gd name="connsiteX5" fmla="*/ 68580 w 95250"/>
              <a:gd name="connsiteY5" fmla="*/ 240030 h 521970"/>
              <a:gd name="connsiteX6" fmla="*/ 49530 w 95250"/>
              <a:gd name="connsiteY6" fmla="*/ 274320 h 521970"/>
              <a:gd name="connsiteX7" fmla="*/ 45720 w 95250"/>
              <a:gd name="connsiteY7" fmla="*/ 285750 h 521970"/>
              <a:gd name="connsiteX8" fmla="*/ 11430 w 95250"/>
              <a:gd name="connsiteY8" fmla="*/ 350520 h 521970"/>
              <a:gd name="connsiteX9" fmla="*/ 0 w 95250"/>
              <a:gd name="connsiteY9" fmla="*/ 384810 h 521970"/>
              <a:gd name="connsiteX10" fmla="*/ 7620 w 95250"/>
              <a:gd name="connsiteY10" fmla="*/ 487680 h 521970"/>
              <a:gd name="connsiteX11" fmla="*/ 15240 w 95250"/>
              <a:gd name="connsiteY11" fmla="*/ 499110 h 521970"/>
              <a:gd name="connsiteX12" fmla="*/ 19050 w 95250"/>
              <a:gd name="connsiteY12" fmla="*/ 521970 h 5219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5250" h="521970">
                <a:moveTo>
                  <a:pt x="49530" y="0"/>
                </a:moveTo>
                <a:cubicBezTo>
                  <a:pt x="60960" y="7620"/>
                  <a:pt x="75444" y="11972"/>
                  <a:pt x="83820" y="22860"/>
                </a:cubicBezTo>
                <a:cubicBezTo>
                  <a:pt x="89295" y="29978"/>
                  <a:pt x="85611" y="40780"/>
                  <a:pt x="87630" y="49530"/>
                </a:cubicBezTo>
                <a:cubicBezTo>
                  <a:pt x="89436" y="57356"/>
                  <a:pt x="92710" y="64770"/>
                  <a:pt x="95250" y="72390"/>
                </a:cubicBezTo>
                <a:cubicBezTo>
                  <a:pt x="93980" y="113030"/>
                  <a:pt x="95588" y="153862"/>
                  <a:pt x="91440" y="194310"/>
                </a:cubicBezTo>
                <a:cubicBezTo>
                  <a:pt x="89901" y="209312"/>
                  <a:pt x="75180" y="226831"/>
                  <a:pt x="68580" y="240030"/>
                </a:cubicBezTo>
                <a:cubicBezTo>
                  <a:pt x="51118" y="274954"/>
                  <a:pt x="72012" y="244344"/>
                  <a:pt x="49530" y="274320"/>
                </a:cubicBezTo>
                <a:cubicBezTo>
                  <a:pt x="48260" y="278130"/>
                  <a:pt x="47516" y="282158"/>
                  <a:pt x="45720" y="285750"/>
                </a:cubicBezTo>
                <a:cubicBezTo>
                  <a:pt x="30166" y="316858"/>
                  <a:pt x="26920" y="304050"/>
                  <a:pt x="11430" y="350520"/>
                </a:cubicBezTo>
                <a:lnTo>
                  <a:pt x="0" y="384810"/>
                </a:lnTo>
                <a:cubicBezTo>
                  <a:pt x="2540" y="419100"/>
                  <a:pt x="3076" y="453598"/>
                  <a:pt x="7620" y="487680"/>
                </a:cubicBezTo>
                <a:cubicBezTo>
                  <a:pt x="8225" y="492219"/>
                  <a:pt x="13632" y="494823"/>
                  <a:pt x="15240" y="499110"/>
                </a:cubicBezTo>
                <a:cubicBezTo>
                  <a:pt x="19299" y="509934"/>
                  <a:pt x="19050" y="513542"/>
                  <a:pt x="19050" y="52197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フリーフォーム: 図形 45">
            <a:extLst>
              <a:ext uri="{FF2B5EF4-FFF2-40B4-BE49-F238E27FC236}">
                <a16:creationId xmlns:a16="http://schemas.microsoft.com/office/drawing/2014/main" id="{7231E3A0-4CB0-499F-9726-535D46B324BC}"/>
              </a:ext>
            </a:extLst>
          </p:cNvPr>
          <p:cNvSpPr/>
          <p:nvPr/>
        </p:nvSpPr>
        <p:spPr>
          <a:xfrm>
            <a:off x="7460758" y="2854023"/>
            <a:ext cx="63912" cy="350236"/>
          </a:xfrm>
          <a:custGeom>
            <a:avLst/>
            <a:gdLst>
              <a:gd name="connsiteX0" fmla="*/ 49530 w 95250"/>
              <a:gd name="connsiteY0" fmla="*/ 0 h 521970"/>
              <a:gd name="connsiteX1" fmla="*/ 83820 w 95250"/>
              <a:gd name="connsiteY1" fmla="*/ 22860 h 521970"/>
              <a:gd name="connsiteX2" fmla="*/ 87630 w 95250"/>
              <a:gd name="connsiteY2" fmla="*/ 49530 h 521970"/>
              <a:gd name="connsiteX3" fmla="*/ 95250 w 95250"/>
              <a:gd name="connsiteY3" fmla="*/ 72390 h 521970"/>
              <a:gd name="connsiteX4" fmla="*/ 91440 w 95250"/>
              <a:gd name="connsiteY4" fmla="*/ 194310 h 521970"/>
              <a:gd name="connsiteX5" fmla="*/ 68580 w 95250"/>
              <a:gd name="connsiteY5" fmla="*/ 240030 h 521970"/>
              <a:gd name="connsiteX6" fmla="*/ 49530 w 95250"/>
              <a:gd name="connsiteY6" fmla="*/ 274320 h 521970"/>
              <a:gd name="connsiteX7" fmla="*/ 45720 w 95250"/>
              <a:gd name="connsiteY7" fmla="*/ 285750 h 521970"/>
              <a:gd name="connsiteX8" fmla="*/ 11430 w 95250"/>
              <a:gd name="connsiteY8" fmla="*/ 350520 h 521970"/>
              <a:gd name="connsiteX9" fmla="*/ 0 w 95250"/>
              <a:gd name="connsiteY9" fmla="*/ 384810 h 521970"/>
              <a:gd name="connsiteX10" fmla="*/ 7620 w 95250"/>
              <a:gd name="connsiteY10" fmla="*/ 487680 h 521970"/>
              <a:gd name="connsiteX11" fmla="*/ 15240 w 95250"/>
              <a:gd name="connsiteY11" fmla="*/ 499110 h 521970"/>
              <a:gd name="connsiteX12" fmla="*/ 19050 w 95250"/>
              <a:gd name="connsiteY12" fmla="*/ 521970 h 5219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5250" h="521970">
                <a:moveTo>
                  <a:pt x="49530" y="0"/>
                </a:moveTo>
                <a:cubicBezTo>
                  <a:pt x="60960" y="7620"/>
                  <a:pt x="75444" y="11972"/>
                  <a:pt x="83820" y="22860"/>
                </a:cubicBezTo>
                <a:cubicBezTo>
                  <a:pt x="89295" y="29978"/>
                  <a:pt x="85611" y="40780"/>
                  <a:pt x="87630" y="49530"/>
                </a:cubicBezTo>
                <a:cubicBezTo>
                  <a:pt x="89436" y="57356"/>
                  <a:pt x="92710" y="64770"/>
                  <a:pt x="95250" y="72390"/>
                </a:cubicBezTo>
                <a:cubicBezTo>
                  <a:pt x="93980" y="113030"/>
                  <a:pt x="95588" y="153862"/>
                  <a:pt x="91440" y="194310"/>
                </a:cubicBezTo>
                <a:cubicBezTo>
                  <a:pt x="89901" y="209312"/>
                  <a:pt x="75180" y="226831"/>
                  <a:pt x="68580" y="240030"/>
                </a:cubicBezTo>
                <a:cubicBezTo>
                  <a:pt x="51118" y="274954"/>
                  <a:pt x="72012" y="244344"/>
                  <a:pt x="49530" y="274320"/>
                </a:cubicBezTo>
                <a:cubicBezTo>
                  <a:pt x="48260" y="278130"/>
                  <a:pt x="47516" y="282158"/>
                  <a:pt x="45720" y="285750"/>
                </a:cubicBezTo>
                <a:cubicBezTo>
                  <a:pt x="30166" y="316858"/>
                  <a:pt x="26920" y="304050"/>
                  <a:pt x="11430" y="350520"/>
                </a:cubicBezTo>
                <a:lnTo>
                  <a:pt x="0" y="384810"/>
                </a:lnTo>
                <a:cubicBezTo>
                  <a:pt x="2540" y="419100"/>
                  <a:pt x="3076" y="453598"/>
                  <a:pt x="7620" y="487680"/>
                </a:cubicBezTo>
                <a:cubicBezTo>
                  <a:pt x="8225" y="492219"/>
                  <a:pt x="13632" y="494823"/>
                  <a:pt x="15240" y="499110"/>
                </a:cubicBezTo>
                <a:cubicBezTo>
                  <a:pt x="19299" y="509934"/>
                  <a:pt x="19050" y="513542"/>
                  <a:pt x="19050" y="52197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7216917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8DC865F-1909-438A-B2FB-B0A0346253D9}"/>
              </a:ext>
            </a:extLst>
          </p:cNvPr>
          <p:cNvSpPr>
            <a:spLocks noGrp="1"/>
          </p:cNvSpPr>
          <p:nvPr>
            <p:ph type="title"/>
          </p:nvPr>
        </p:nvSpPr>
        <p:spPr/>
        <p:txBody>
          <a:bodyPr/>
          <a:lstStyle/>
          <a:p>
            <a:r>
              <a:rPr lang="ja-JP" altLang="en-US" dirty="0"/>
              <a:t>ゲーム開始（スコア倍率点）</a:t>
            </a:r>
            <a:endParaRPr kumimoji="1" lang="ja-JP" altLang="en-US" dirty="0"/>
          </a:p>
        </p:txBody>
      </p:sp>
      <p:sp>
        <p:nvSpPr>
          <p:cNvPr id="4" name="正方形/長方形 3">
            <a:extLst>
              <a:ext uri="{FF2B5EF4-FFF2-40B4-BE49-F238E27FC236}">
                <a16:creationId xmlns:a16="http://schemas.microsoft.com/office/drawing/2014/main" id="{347E9679-04E1-4978-9187-AC07295CAC5D}"/>
              </a:ext>
            </a:extLst>
          </p:cNvPr>
          <p:cNvSpPr/>
          <p:nvPr/>
        </p:nvSpPr>
        <p:spPr>
          <a:xfrm>
            <a:off x="1056517" y="1541017"/>
            <a:ext cx="10191565" cy="52200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円: 塗りつぶしなし 9">
            <a:extLst>
              <a:ext uri="{FF2B5EF4-FFF2-40B4-BE49-F238E27FC236}">
                <a16:creationId xmlns:a16="http://schemas.microsoft.com/office/drawing/2014/main" id="{C279B7C3-4415-4D9E-932F-8FFC0FF380BE}"/>
              </a:ext>
            </a:extLst>
          </p:cNvPr>
          <p:cNvSpPr/>
          <p:nvPr/>
        </p:nvSpPr>
        <p:spPr>
          <a:xfrm>
            <a:off x="5909569" y="3735765"/>
            <a:ext cx="372862" cy="372862"/>
          </a:xfrm>
          <a:prstGeom prst="donut">
            <a:avLst>
              <a:gd name="adj" fmla="val 9326"/>
            </a:avLst>
          </a:prstGeom>
          <a:ln>
            <a:solidFill>
              <a:schemeClr val="accent2"/>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solidFill>
                <a:schemeClr val="tx1"/>
              </a:solidFill>
            </a:endParaRPr>
          </a:p>
        </p:txBody>
      </p:sp>
      <p:sp>
        <p:nvSpPr>
          <p:cNvPr id="11" name="円: 塗りつぶしなし 10">
            <a:extLst>
              <a:ext uri="{FF2B5EF4-FFF2-40B4-BE49-F238E27FC236}">
                <a16:creationId xmlns:a16="http://schemas.microsoft.com/office/drawing/2014/main" id="{F406831C-D31E-4147-A6C9-B8F085877310}"/>
              </a:ext>
            </a:extLst>
          </p:cNvPr>
          <p:cNvSpPr/>
          <p:nvPr/>
        </p:nvSpPr>
        <p:spPr>
          <a:xfrm>
            <a:off x="5981330" y="3807526"/>
            <a:ext cx="229340" cy="229340"/>
          </a:xfrm>
          <a:prstGeom prst="donut">
            <a:avLst>
              <a:gd name="adj" fmla="val 9326"/>
            </a:avLst>
          </a:prstGeom>
          <a:ln>
            <a:solidFill>
              <a:schemeClr val="accent2"/>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solidFill>
                <a:schemeClr val="tx1"/>
              </a:solidFill>
            </a:endParaRPr>
          </a:p>
        </p:txBody>
      </p:sp>
      <p:sp>
        <p:nvSpPr>
          <p:cNvPr id="7" name="四角形: 角度付き 6">
            <a:extLst>
              <a:ext uri="{FF2B5EF4-FFF2-40B4-BE49-F238E27FC236}">
                <a16:creationId xmlns:a16="http://schemas.microsoft.com/office/drawing/2014/main" id="{FB430176-3509-4D24-BD03-6BA52EF04E6D}"/>
              </a:ext>
            </a:extLst>
          </p:cNvPr>
          <p:cNvSpPr/>
          <p:nvPr/>
        </p:nvSpPr>
        <p:spPr>
          <a:xfrm>
            <a:off x="1207363" y="3807526"/>
            <a:ext cx="1651247" cy="1651247"/>
          </a:xfrm>
          <a:prstGeom prst="bevel">
            <a:avLst/>
          </a:prstGeom>
          <a:solidFill>
            <a:schemeClr val="tx2">
              <a:lumMod val="60000"/>
              <a:lumOff val="40000"/>
              <a:alpha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楕円 11">
            <a:extLst>
              <a:ext uri="{FF2B5EF4-FFF2-40B4-BE49-F238E27FC236}">
                <a16:creationId xmlns:a16="http://schemas.microsoft.com/office/drawing/2014/main" id="{12255091-2C58-43DD-B7CD-CCE1178A2955}"/>
              </a:ext>
            </a:extLst>
          </p:cNvPr>
          <p:cNvSpPr/>
          <p:nvPr/>
        </p:nvSpPr>
        <p:spPr>
          <a:xfrm>
            <a:off x="1448667" y="4035017"/>
            <a:ext cx="1168637" cy="1168637"/>
          </a:xfrm>
          <a:prstGeom prst="ellipse">
            <a:avLst/>
          </a:prstGeom>
          <a:solidFill>
            <a:schemeClr val="lt1">
              <a:alpha val="6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14" name="四角形: 対角を切り取る 13">
            <a:extLst>
              <a:ext uri="{FF2B5EF4-FFF2-40B4-BE49-F238E27FC236}">
                <a16:creationId xmlns:a16="http://schemas.microsoft.com/office/drawing/2014/main" id="{422D127F-C700-4F9A-B918-0FF4FBDC35C6}"/>
              </a:ext>
            </a:extLst>
          </p:cNvPr>
          <p:cNvSpPr/>
          <p:nvPr/>
        </p:nvSpPr>
        <p:spPr>
          <a:xfrm>
            <a:off x="4813177" y="1576018"/>
            <a:ext cx="2192784" cy="372862"/>
          </a:xfrm>
          <a:prstGeom prst="snip2DiagRect">
            <a:avLst>
              <a:gd name="adj1" fmla="val 0"/>
              <a:gd name="adj2" fmla="val 50000"/>
            </a:avLst>
          </a:prstGeom>
          <a:solidFill>
            <a:schemeClr val="tx2">
              <a:lumMod val="75000"/>
            </a:schemeClr>
          </a:solidFill>
          <a:ln w="57150">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kumimoji="1" lang="en-US" altLang="ja-JP" dirty="0"/>
              <a:t>TIME:100</a:t>
            </a:r>
            <a:endParaRPr kumimoji="1" lang="ja-JP" altLang="en-US" dirty="0"/>
          </a:p>
        </p:txBody>
      </p:sp>
      <p:sp>
        <p:nvSpPr>
          <p:cNvPr id="15" name="四角形: 対角を切り取る 14">
            <a:extLst>
              <a:ext uri="{FF2B5EF4-FFF2-40B4-BE49-F238E27FC236}">
                <a16:creationId xmlns:a16="http://schemas.microsoft.com/office/drawing/2014/main" id="{EC97CC6C-34CA-464F-B089-7A6CB5B09F71}"/>
              </a:ext>
            </a:extLst>
          </p:cNvPr>
          <p:cNvSpPr/>
          <p:nvPr/>
        </p:nvSpPr>
        <p:spPr>
          <a:xfrm>
            <a:off x="8121959" y="1576018"/>
            <a:ext cx="2192784" cy="372862"/>
          </a:xfrm>
          <a:prstGeom prst="snip2DiagRect">
            <a:avLst>
              <a:gd name="adj1" fmla="val 50000"/>
              <a:gd name="adj2" fmla="val 0"/>
            </a:avLst>
          </a:prstGeom>
          <a:solidFill>
            <a:schemeClr val="tx2">
              <a:lumMod val="75000"/>
            </a:schemeClr>
          </a:solidFill>
          <a:ln w="57150">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kumimoji="1" lang="en-US" altLang="ja-JP" dirty="0"/>
              <a:t>SCORE:000100</a:t>
            </a:r>
            <a:endParaRPr kumimoji="1" lang="ja-JP" altLang="en-US" dirty="0"/>
          </a:p>
        </p:txBody>
      </p:sp>
      <p:sp>
        <p:nvSpPr>
          <p:cNvPr id="16" name="正方形/長方形 15">
            <a:extLst>
              <a:ext uri="{FF2B5EF4-FFF2-40B4-BE49-F238E27FC236}">
                <a16:creationId xmlns:a16="http://schemas.microsoft.com/office/drawing/2014/main" id="{325D1B01-1E19-419A-A208-BD7228D31B76}"/>
              </a:ext>
            </a:extLst>
          </p:cNvPr>
          <p:cNvSpPr/>
          <p:nvPr/>
        </p:nvSpPr>
        <p:spPr>
          <a:xfrm>
            <a:off x="6842002" y="1553158"/>
            <a:ext cx="1475228" cy="100522"/>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6E70FCEF-6D39-4E45-859D-699A4BA2F727}"/>
              </a:ext>
            </a:extLst>
          </p:cNvPr>
          <p:cNvSpPr/>
          <p:nvPr/>
        </p:nvSpPr>
        <p:spPr>
          <a:xfrm>
            <a:off x="10338435" y="1555698"/>
            <a:ext cx="893075" cy="100522"/>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18" name="正方形/長方形 17">
            <a:extLst>
              <a:ext uri="{FF2B5EF4-FFF2-40B4-BE49-F238E27FC236}">
                <a16:creationId xmlns:a16="http://schemas.microsoft.com/office/drawing/2014/main" id="{1300B866-10F6-4BA7-9BA5-3D5D0EBDB14A}"/>
              </a:ext>
            </a:extLst>
          </p:cNvPr>
          <p:cNvSpPr/>
          <p:nvPr/>
        </p:nvSpPr>
        <p:spPr>
          <a:xfrm>
            <a:off x="1047565" y="1559254"/>
            <a:ext cx="3741920" cy="13753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20" name="四角形: 対角を切り取る 19">
            <a:extLst>
              <a:ext uri="{FF2B5EF4-FFF2-40B4-BE49-F238E27FC236}">
                <a16:creationId xmlns:a16="http://schemas.microsoft.com/office/drawing/2014/main" id="{B8C316AB-3400-47B7-9F59-8B35559456FE}"/>
              </a:ext>
            </a:extLst>
          </p:cNvPr>
          <p:cNvSpPr/>
          <p:nvPr/>
        </p:nvSpPr>
        <p:spPr>
          <a:xfrm>
            <a:off x="9218351" y="3949618"/>
            <a:ext cx="1917132" cy="1463883"/>
          </a:xfrm>
          <a:prstGeom prst="snip2DiagRect">
            <a:avLst>
              <a:gd name="adj1" fmla="val 15738"/>
              <a:gd name="adj2" fmla="val 12930"/>
            </a:avLst>
          </a:prstGeom>
          <a:solidFill>
            <a:schemeClr val="tx2">
              <a:lumMod val="75000"/>
              <a:alpha val="60000"/>
            </a:schemeClr>
          </a:solidFill>
          <a:ln w="57150">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dirty="0"/>
          </a:p>
        </p:txBody>
      </p:sp>
      <p:sp>
        <p:nvSpPr>
          <p:cNvPr id="21" name="テキスト ボックス 20">
            <a:extLst>
              <a:ext uri="{FF2B5EF4-FFF2-40B4-BE49-F238E27FC236}">
                <a16:creationId xmlns:a16="http://schemas.microsoft.com/office/drawing/2014/main" id="{B93BB916-832D-4CE0-A77C-46C42210F941}"/>
              </a:ext>
            </a:extLst>
          </p:cNvPr>
          <p:cNvSpPr txBox="1"/>
          <p:nvPr/>
        </p:nvSpPr>
        <p:spPr>
          <a:xfrm>
            <a:off x="9248757" y="4145872"/>
            <a:ext cx="1371600" cy="369332"/>
          </a:xfrm>
          <a:prstGeom prst="rect">
            <a:avLst/>
          </a:prstGeom>
          <a:noFill/>
        </p:spPr>
        <p:txBody>
          <a:bodyPr wrap="square" rtlCol="0">
            <a:spAutoFit/>
          </a:bodyPr>
          <a:lstStyle/>
          <a:p>
            <a:r>
              <a:rPr kumimoji="1" lang="ja-JP" altLang="en-US" dirty="0">
                <a:solidFill>
                  <a:schemeClr val="bg1"/>
                </a:solidFill>
              </a:rPr>
              <a:t>～～～～～</a:t>
            </a:r>
          </a:p>
        </p:txBody>
      </p:sp>
      <p:sp>
        <p:nvSpPr>
          <p:cNvPr id="22" name="テキスト ボックス 21">
            <a:extLst>
              <a:ext uri="{FF2B5EF4-FFF2-40B4-BE49-F238E27FC236}">
                <a16:creationId xmlns:a16="http://schemas.microsoft.com/office/drawing/2014/main" id="{A5440B86-CFD4-474B-B1C6-3A3251EEF9B6}"/>
              </a:ext>
            </a:extLst>
          </p:cNvPr>
          <p:cNvSpPr txBox="1"/>
          <p:nvPr/>
        </p:nvSpPr>
        <p:spPr>
          <a:xfrm>
            <a:off x="9233554" y="4515204"/>
            <a:ext cx="1371600" cy="369332"/>
          </a:xfrm>
          <a:prstGeom prst="rect">
            <a:avLst/>
          </a:prstGeom>
          <a:noFill/>
        </p:spPr>
        <p:txBody>
          <a:bodyPr wrap="square" rtlCol="0">
            <a:spAutoFit/>
          </a:bodyPr>
          <a:lstStyle/>
          <a:p>
            <a:r>
              <a:rPr kumimoji="1" lang="ja-JP" altLang="en-US" dirty="0">
                <a:solidFill>
                  <a:schemeClr val="bg1"/>
                </a:solidFill>
              </a:rPr>
              <a:t>～～～～～</a:t>
            </a:r>
          </a:p>
        </p:txBody>
      </p:sp>
      <p:sp>
        <p:nvSpPr>
          <p:cNvPr id="23" name="テキスト ボックス 22">
            <a:extLst>
              <a:ext uri="{FF2B5EF4-FFF2-40B4-BE49-F238E27FC236}">
                <a16:creationId xmlns:a16="http://schemas.microsoft.com/office/drawing/2014/main" id="{B8181C57-D365-4102-8C16-64C8A9A7DD00}"/>
              </a:ext>
            </a:extLst>
          </p:cNvPr>
          <p:cNvSpPr txBox="1"/>
          <p:nvPr/>
        </p:nvSpPr>
        <p:spPr>
          <a:xfrm>
            <a:off x="9248757" y="4896124"/>
            <a:ext cx="1371600" cy="369332"/>
          </a:xfrm>
          <a:prstGeom prst="rect">
            <a:avLst/>
          </a:prstGeom>
          <a:noFill/>
        </p:spPr>
        <p:txBody>
          <a:bodyPr wrap="square" rtlCol="0">
            <a:spAutoFit/>
          </a:bodyPr>
          <a:lstStyle/>
          <a:p>
            <a:r>
              <a:rPr kumimoji="1" lang="ja-JP" altLang="en-US" dirty="0">
                <a:solidFill>
                  <a:schemeClr val="bg1"/>
                </a:solidFill>
              </a:rPr>
              <a:t>～～～～～</a:t>
            </a:r>
          </a:p>
        </p:txBody>
      </p:sp>
      <p:sp>
        <p:nvSpPr>
          <p:cNvPr id="24" name="楕円 23">
            <a:extLst>
              <a:ext uri="{FF2B5EF4-FFF2-40B4-BE49-F238E27FC236}">
                <a16:creationId xmlns:a16="http://schemas.microsoft.com/office/drawing/2014/main" id="{ED52257A-7C23-454B-B2EF-80785B2811F5}"/>
              </a:ext>
            </a:extLst>
          </p:cNvPr>
          <p:cNvSpPr/>
          <p:nvPr/>
        </p:nvSpPr>
        <p:spPr>
          <a:xfrm>
            <a:off x="10650763" y="4111005"/>
            <a:ext cx="333472" cy="333472"/>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25" name="楕円 24">
            <a:extLst>
              <a:ext uri="{FF2B5EF4-FFF2-40B4-BE49-F238E27FC236}">
                <a16:creationId xmlns:a16="http://schemas.microsoft.com/office/drawing/2014/main" id="{F4614126-B1B7-4F3F-92C7-61E965F0D6CD}"/>
              </a:ext>
            </a:extLst>
          </p:cNvPr>
          <p:cNvSpPr/>
          <p:nvPr/>
        </p:nvSpPr>
        <p:spPr>
          <a:xfrm>
            <a:off x="10662986" y="4497274"/>
            <a:ext cx="333472" cy="333472"/>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26" name="楕円 25">
            <a:extLst>
              <a:ext uri="{FF2B5EF4-FFF2-40B4-BE49-F238E27FC236}">
                <a16:creationId xmlns:a16="http://schemas.microsoft.com/office/drawing/2014/main" id="{3075AF5D-CEC3-45E2-B503-F5F4303127AD}"/>
              </a:ext>
            </a:extLst>
          </p:cNvPr>
          <p:cNvSpPr/>
          <p:nvPr/>
        </p:nvSpPr>
        <p:spPr>
          <a:xfrm>
            <a:off x="10662986" y="4896124"/>
            <a:ext cx="333472" cy="333472"/>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pic>
        <p:nvPicPr>
          <p:cNvPr id="27" name="図 26">
            <a:extLst>
              <a:ext uri="{FF2B5EF4-FFF2-40B4-BE49-F238E27FC236}">
                <a16:creationId xmlns:a16="http://schemas.microsoft.com/office/drawing/2014/main" id="{000983AB-B2D3-41C4-BAE6-8DB57554B9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47070" y="4633149"/>
            <a:ext cx="1727200" cy="1107566"/>
          </a:xfrm>
          <a:prstGeom prst="rect">
            <a:avLst/>
          </a:prstGeom>
        </p:spPr>
      </p:pic>
      <p:sp>
        <p:nvSpPr>
          <p:cNvPr id="28" name="四角形: 対角を丸める 27">
            <a:extLst>
              <a:ext uri="{FF2B5EF4-FFF2-40B4-BE49-F238E27FC236}">
                <a16:creationId xmlns:a16="http://schemas.microsoft.com/office/drawing/2014/main" id="{085A2B51-53CF-4035-9218-0249BF648434}"/>
              </a:ext>
            </a:extLst>
          </p:cNvPr>
          <p:cNvSpPr/>
          <p:nvPr/>
        </p:nvSpPr>
        <p:spPr>
          <a:xfrm>
            <a:off x="9218351" y="2110267"/>
            <a:ext cx="1811348" cy="1210072"/>
          </a:xfrm>
          <a:prstGeom prst="round2DiagRect">
            <a:avLst/>
          </a:prstGeom>
          <a:solidFill>
            <a:schemeClr val="accent3">
              <a:alpha val="60000"/>
            </a:schemeClr>
          </a:solidFill>
          <a:ln w="28575">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kumimoji="1" lang="ja-JP" altLang="en-US"/>
          </a:p>
        </p:txBody>
      </p:sp>
      <p:sp>
        <p:nvSpPr>
          <p:cNvPr id="29" name="正方形/長方形 28">
            <a:extLst>
              <a:ext uri="{FF2B5EF4-FFF2-40B4-BE49-F238E27FC236}">
                <a16:creationId xmlns:a16="http://schemas.microsoft.com/office/drawing/2014/main" id="{7E5EFE2E-EA64-407A-891B-469D30DF6196}"/>
              </a:ext>
            </a:extLst>
          </p:cNvPr>
          <p:cNvSpPr/>
          <p:nvPr/>
        </p:nvSpPr>
        <p:spPr>
          <a:xfrm>
            <a:off x="9248757" y="3051975"/>
            <a:ext cx="1778107" cy="240211"/>
          </a:xfrm>
          <a:prstGeom prst="rect">
            <a:avLst/>
          </a:prstGeom>
          <a:solidFill>
            <a:schemeClr val="bg2">
              <a:lumMod val="50000"/>
              <a:alpha val="6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33" name="四角形: 対角を切り取る 32">
            <a:extLst>
              <a:ext uri="{FF2B5EF4-FFF2-40B4-BE49-F238E27FC236}">
                <a16:creationId xmlns:a16="http://schemas.microsoft.com/office/drawing/2014/main" id="{5153CF74-F868-4F7A-A380-87938BD399F8}"/>
              </a:ext>
            </a:extLst>
          </p:cNvPr>
          <p:cNvSpPr/>
          <p:nvPr/>
        </p:nvSpPr>
        <p:spPr>
          <a:xfrm>
            <a:off x="3697709" y="5900185"/>
            <a:ext cx="4423719" cy="372863"/>
          </a:xfrm>
          <a:prstGeom prst="snip2DiagRect">
            <a:avLst>
              <a:gd name="adj1" fmla="val 26630"/>
              <a:gd name="adj2" fmla="val 0"/>
            </a:avLst>
          </a:prstGeom>
          <a:solidFill>
            <a:schemeClr val="bg2">
              <a:lumMod val="9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34" name="四角形: 対角を丸める 33">
            <a:extLst>
              <a:ext uri="{FF2B5EF4-FFF2-40B4-BE49-F238E27FC236}">
                <a16:creationId xmlns:a16="http://schemas.microsoft.com/office/drawing/2014/main" id="{7D6D30BD-64A8-4906-8B4F-36D16EF74D28}"/>
              </a:ext>
            </a:extLst>
          </p:cNvPr>
          <p:cNvSpPr/>
          <p:nvPr/>
        </p:nvSpPr>
        <p:spPr>
          <a:xfrm>
            <a:off x="3830320" y="5968593"/>
            <a:ext cx="2048769" cy="245844"/>
          </a:xfrm>
          <a:prstGeom prst="round2Diag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HP</a:t>
            </a:r>
            <a:endParaRPr kumimoji="1" lang="ja-JP" altLang="en-US" dirty="0"/>
          </a:p>
        </p:txBody>
      </p:sp>
      <p:sp>
        <p:nvSpPr>
          <p:cNvPr id="35" name="四角形: 対角を丸める 34">
            <a:extLst>
              <a:ext uri="{FF2B5EF4-FFF2-40B4-BE49-F238E27FC236}">
                <a16:creationId xmlns:a16="http://schemas.microsoft.com/office/drawing/2014/main" id="{1FB41D92-DF70-4118-9D21-3B8447AF381F}"/>
              </a:ext>
            </a:extLst>
          </p:cNvPr>
          <p:cNvSpPr/>
          <p:nvPr/>
        </p:nvSpPr>
        <p:spPr>
          <a:xfrm>
            <a:off x="5971170" y="5968593"/>
            <a:ext cx="2048769" cy="245844"/>
          </a:xfrm>
          <a:prstGeom prst="round2Diag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SHIELD</a:t>
            </a:r>
            <a:endParaRPr kumimoji="1" lang="ja-JP" altLang="en-US" dirty="0"/>
          </a:p>
        </p:txBody>
      </p:sp>
      <p:pic>
        <p:nvPicPr>
          <p:cNvPr id="32" name="図 31">
            <a:extLst>
              <a:ext uri="{FF2B5EF4-FFF2-40B4-BE49-F238E27FC236}">
                <a16:creationId xmlns:a16="http://schemas.microsoft.com/office/drawing/2014/main" id="{1CB6BE9C-31D3-4053-A92F-AA99684876F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49407" y="3571170"/>
            <a:ext cx="950722" cy="713042"/>
          </a:xfrm>
          <a:prstGeom prst="rect">
            <a:avLst/>
          </a:prstGeom>
        </p:spPr>
      </p:pic>
      <p:sp>
        <p:nvSpPr>
          <p:cNvPr id="3" name="テキスト ボックス 2">
            <a:extLst>
              <a:ext uri="{FF2B5EF4-FFF2-40B4-BE49-F238E27FC236}">
                <a16:creationId xmlns:a16="http://schemas.microsoft.com/office/drawing/2014/main" id="{C4105661-2DB9-4C88-A76D-03DAF6D3A4D0}"/>
              </a:ext>
            </a:extLst>
          </p:cNvPr>
          <p:cNvSpPr txBox="1"/>
          <p:nvPr/>
        </p:nvSpPr>
        <p:spPr>
          <a:xfrm>
            <a:off x="9485474" y="3467845"/>
            <a:ext cx="1382886" cy="369332"/>
          </a:xfrm>
          <a:prstGeom prst="rect">
            <a:avLst/>
          </a:prstGeom>
          <a:noFill/>
        </p:spPr>
        <p:txBody>
          <a:bodyPr wrap="square" rtlCol="0">
            <a:spAutoFit/>
          </a:bodyPr>
          <a:lstStyle/>
          <a:p>
            <a:r>
              <a:rPr kumimoji="1" lang="ja-JP" altLang="en-US" dirty="0"/>
              <a:t>７</a:t>
            </a:r>
            <a:r>
              <a:rPr kumimoji="1" lang="en-US" altLang="ja-JP" dirty="0"/>
              <a:t>COMBO</a:t>
            </a:r>
            <a:endParaRPr kumimoji="1" lang="ja-JP" altLang="en-US" dirty="0"/>
          </a:p>
        </p:txBody>
      </p:sp>
    </p:spTree>
    <p:extLst>
      <p:ext uri="{BB962C8B-B14F-4D97-AF65-F5344CB8AC3E}">
        <p14:creationId xmlns:p14="http://schemas.microsoft.com/office/powerpoint/2010/main" val="10143326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8DC865F-1909-438A-B2FB-B0A0346253D9}"/>
              </a:ext>
            </a:extLst>
          </p:cNvPr>
          <p:cNvSpPr>
            <a:spLocks noGrp="1"/>
          </p:cNvSpPr>
          <p:nvPr>
            <p:ph type="title"/>
          </p:nvPr>
        </p:nvSpPr>
        <p:spPr/>
        <p:txBody>
          <a:bodyPr/>
          <a:lstStyle/>
          <a:p>
            <a:r>
              <a:rPr lang="ja-JP" altLang="en-US" dirty="0"/>
              <a:t>ゲーム開始（時空間移動）</a:t>
            </a:r>
            <a:endParaRPr kumimoji="1" lang="ja-JP" altLang="en-US" dirty="0"/>
          </a:p>
        </p:txBody>
      </p:sp>
      <p:sp>
        <p:nvSpPr>
          <p:cNvPr id="4" name="正方形/長方形 3">
            <a:extLst>
              <a:ext uri="{FF2B5EF4-FFF2-40B4-BE49-F238E27FC236}">
                <a16:creationId xmlns:a16="http://schemas.microsoft.com/office/drawing/2014/main" id="{347E9679-04E1-4978-9187-AC07295CAC5D}"/>
              </a:ext>
            </a:extLst>
          </p:cNvPr>
          <p:cNvSpPr/>
          <p:nvPr/>
        </p:nvSpPr>
        <p:spPr>
          <a:xfrm>
            <a:off x="1047565" y="1535837"/>
            <a:ext cx="10191565" cy="5220070"/>
          </a:xfrm>
          <a:prstGeom prst="rect">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円: 塗りつぶしなし 9">
            <a:extLst>
              <a:ext uri="{FF2B5EF4-FFF2-40B4-BE49-F238E27FC236}">
                <a16:creationId xmlns:a16="http://schemas.microsoft.com/office/drawing/2014/main" id="{C279B7C3-4415-4D9E-932F-8FFC0FF380BE}"/>
              </a:ext>
            </a:extLst>
          </p:cNvPr>
          <p:cNvSpPr/>
          <p:nvPr/>
        </p:nvSpPr>
        <p:spPr>
          <a:xfrm>
            <a:off x="5909569" y="3735765"/>
            <a:ext cx="372862" cy="372862"/>
          </a:xfrm>
          <a:prstGeom prst="donut">
            <a:avLst>
              <a:gd name="adj" fmla="val 9326"/>
            </a:avLst>
          </a:prstGeom>
          <a:ln>
            <a:solidFill>
              <a:schemeClr val="accent2"/>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solidFill>
                <a:schemeClr val="tx1"/>
              </a:solidFill>
            </a:endParaRPr>
          </a:p>
        </p:txBody>
      </p:sp>
      <p:sp>
        <p:nvSpPr>
          <p:cNvPr id="11" name="円: 塗りつぶしなし 10">
            <a:extLst>
              <a:ext uri="{FF2B5EF4-FFF2-40B4-BE49-F238E27FC236}">
                <a16:creationId xmlns:a16="http://schemas.microsoft.com/office/drawing/2014/main" id="{F406831C-D31E-4147-A6C9-B8F085877310}"/>
              </a:ext>
            </a:extLst>
          </p:cNvPr>
          <p:cNvSpPr/>
          <p:nvPr/>
        </p:nvSpPr>
        <p:spPr>
          <a:xfrm>
            <a:off x="5981330" y="3807526"/>
            <a:ext cx="229340" cy="229340"/>
          </a:xfrm>
          <a:prstGeom prst="donut">
            <a:avLst>
              <a:gd name="adj" fmla="val 9326"/>
            </a:avLst>
          </a:prstGeom>
          <a:ln>
            <a:solidFill>
              <a:schemeClr val="accent2"/>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solidFill>
                <a:schemeClr val="tx1"/>
              </a:solidFill>
            </a:endParaRPr>
          </a:p>
        </p:txBody>
      </p:sp>
      <p:sp>
        <p:nvSpPr>
          <p:cNvPr id="7" name="四角形: 角度付き 6">
            <a:extLst>
              <a:ext uri="{FF2B5EF4-FFF2-40B4-BE49-F238E27FC236}">
                <a16:creationId xmlns:a16="http://schemas.microsoft.com/office/drawing/2014/main" id="{FB430176-3509-4D24-BD03-6BA52EF04E6D}"/>
              </a:ext>
            </a:extLst>
          </p:cNvPr>
          <p:cNvSpPr/>
          <p:nvPr/>
        </p:nvSpPr>
        <p:spPr>
          <a:xfrm>
            <a:off x="1207363" y="3807526"/>
            <a:ext cx="1651247" cy="1651247"/>
          </a:xfrm>
          <a:prstGeom prst="bevel">
            <a:avLst/>
          </a:prstGeom>
          <a:solidFill>
            <a:schemeClr val="tx2">
              <a:lumMod val="60000"/>
              <a:lumOff val="40000"/>
              <a:alpha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楕円 11">
            <a:extLst>
              <a:ext uri="{FF2B5EF4-FFF2-40B4-BE49-F238E27FC236}">
                <a16:creationId xmlns:a16="http://schemas.microsoft.com/office/drawing/2014/main" id="{12255091-2C58-43DD-B7CD-CCE1178A2955}"/>
              </a:ext>
            </a:extLst>
          </p:cNvPr>
          <p:cNvSpPr/>
          <p:nvPr/>
        </p:nvSpPr>
        <p:spPr>
          <a:xfrm>
            <a:off x="1448667" y="4035017"/>
            <a:ext cx="1168637" cy="1168637"/>
          </a:xfrm>
          <a:prstGeom prst="ellipse">
            <a:avLst/>
          </a:prstGeom>
          <a:solidFill>
            <a:schemeClr val="lt1">
              <a:alpha val="6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14" name="四角形: 対角を切り取る 13">
            <a:extLst>
              <a:ext uri="{FF2B5EF4-FFF2-40B4-BE49-F238E27FC236}">
                <a16:creationId xmlns:a16="http://schemas.microsoft.com/office/drawing/2014/main" id="{422D127F-C700-4F9A-B918-0FF4FBDC35C6}"/>
              </a:ext>
            </a:extLst>
          </p:cNvPr>
          <p:cNvSpPr/>
          <p:nvPr/>
        </p:nvSpPr>
        <p:spPr>
          <a:xfrm>
            <a:off x="4813177" y="1576018"/>
            <a:ext cx="2192784" cy="372862"/>
          </a:xfrm>
          <a:prstGeom prst="snip2DiagRect">
            <a:avLst>
              <a:gd name="adj1" fmla="val 0"/>
              <a:gd name="adj2" fmla="val 50000"/>
            </a:avLst>
          </a:prstGeom>
          <a:solidFill>
            <a:schemeClr val="tx2">
              <a:lumMod val="75000"/>
            </a:schemeClr>
          </a:solidFill>
          <a:ln w="57150">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kumimoji="1" lang="en-US" altLang="ja-JP" dirty="0"/>
              <a:t>TIME:100</a:t>
            </a:r>
            <a:endParaRPr kumimoji="1" lang="ja-JP" altLang="en-US" dirty="0"/>
          </a:p>
        </p:txBody>
      </p:sp>
      <p:sp>
        <p:nvSpPr>
          <p:cNvPr id="15" name="四角形: 対角を切り取る 14">
            <a:extLst>
              <a:ext uri="{FF2B5EF4-FFF2-40B4-BE49-F238E27FC236}">
                <a16:creationId xmlns:a16="http://schemas.microsoft.com/office/drawing/2014/main" id="{EC97CC6C-34CA-464F-B089-7A6CB5B09F71}"/>
              </a:ext>
            </a:extLst>
          </p:cNvPr>
          <p:cNvSpPr/>
          <p:nvPr/>
        </p:nvSpPr>
        <p:spPr>
          <a:xfrm>
            <a:off x="8121959" y="1576018"/>
            <a:ext cx="2192784" cy="372862"/>
          </a:xfrm>
          <a:prstGeom prst="snip2DiagRect">
            <a:avLst>
              <a:gd name="adj1" fmla="val 50000"/>
              <a:gd name="adj2" fmla="val 0"/>
            </a:avLst>
          </a:prstGeom>
          <a:solidFill>
            <a:schemeClr val="tx2">
              <a:lumMod val="75000"/>
            </a:schemeClr>
          </a:solidFill>
          <a:ln w="57150">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kumimoji="1" lang="en-US" altLang="ja-JP" dirty="0"/>
              <a:t>SCORE:000000</a:t>
            </a:r>
            <a:endParaRPr kumimoji="1" lang="ja-JP" altLang="en-US" dirty="0"/>
          </a:p>
        </p:txBody>
      </p:sp>
      <p:sp>
        <p:nvSpPr>
          <p:cNvPr id="16" name="正方形/長方形 15">
            <a:extLst>
              <a:ext uri="{FF2B5EF4-FFF2-40B4-BE49-F238E27FC236}">
                <a16:creationId xmlns:a16="http://schemas.microsoft.com/office/drawing/2014/main" id="{325D1B01-1E19-419A-A208-BD7228D31B76}"/>
              </a:ext>
            </a:extLst>
          </p:cNvPr>
          <p:cNvSpPr/>
          <p:nvPr/>
        </p:nvSpPr>
        <p:spPr>
          <a:xfrm>
            <a:off x="6842002" y="1553158"/>
            <a:ext cx="1475228" cy="100522"/>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6E70FCEF-6D39-4E45-859D-699A4BA2F727}"/>
              </a:ext>
            </a:extLst>
          </p:cNvPr>
          <p:cNvSpPr/>
          <p:nvPr/>
        </p:nvSpPr>
        <p:spPr>
          <a:xfrm>
            <a:off x="10338435" y="1555698"/>
            <a:ext cx="893075" cy="100522"/>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18" name="正方形/長方形 17">
            <a:extLst>
              <a:ext uri="{FF2B5EF4-FFF2-40B4-BE49-F238E27FC236}">
                <a16:creationId xmlns:a16="http://schemas.microsoft.com/office/drawing/2014/main" id="{1300B866-10F6-4BA7-9BA5-3D5D0EBDB14A}"/>
              </a:ext>
            </a:extLst>
          </p:cNvPr>
          <p:cNvSpPr/>
          <p:nvPr/>
        </p:nvSpPr>
        <p:spPr>
          <a:xfrm>
            <a:off x="1047565" y="1559254"/>
            <a:ext cx="3741920" cy="13753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20" name="四角形: 対角を切り取る 19">
            <a:extLst>
              <a:ext uri="{FF2B5EF4-FFF2-40B4-BE49-F238E27FC236}">
                <a16:creationId xmlns:a16="http://schemas.microsoft.com/office/drawing/2014/main" id="{B8C316AB-3400-47B7-9F59-8B35559456FE}"/>
              </a:ext>
            </a:extLst>
          </p:cNvPr>
          <p:cNvSpPr/>
          <p:nvPr/>
        </p:nvSpPr>
        <p:spPr>
          <a:xfrm>
            <a:off x="9218351" y="3949618"/>
            <a:ext cx="1917132" cy="1463883"/>
          </a:xfrm>
          <a:prstGeom prst="snip2DiagRect">
            <a:avLst>
              <a:gd name="adj1" fmla="val 15738"/>
              <a:gd name="adj2" fmla="val 12930"/>
            </a:avLst>
          </a:prstGeom>
          <a:solidFill>
            <a:schemeClr val="tx2">
              <a:lumMod val="75000"/>
              <a:alpha val="60000"/>
            </a:schemeClr>
          </a:solidFill>
          <a:ln w="57150">
            <a:solidFill>
              <a:schemeClr val="tx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dirty="0"/>
          </a:p>
        </p:txBody>
      </p:sp>
      <p:sp>
        <p:nvSpPr>
          <p:cNvPr id="21" name="テキスト ボックス 20">
            <a:extLst>
              <a:ext uri="{FF2B5EF4-FFF2-40B4-BE49-F238E27FC236}">
                <a16:creationId xmlns:a16="http://schemas.microsoft.com/office/drawing/2014/main" id="{B93BB916-832D-4CE0-A77C-46C42210F941}"/>
              </a:ext>
            </a:extLst>
          </p:cNvPr>
          <p:cNvSpPr txBox="1"/>
          <p:nvPr/>
        </p:nvSpPr>
        <p:spPr>
          <a:xfrm>
            <a:off x="9248757" y="4145872"/>
            <a:ext cx="1371600" cy="369332"/>
          </a:xfrm>
          <a:prstGeom prst="rect">
            <a:avLst/>
          </a:prstGeom>
          <a:noFill/>
        </p:spPr>
        <p:txBody>
          <a:bodyPr wrap="square" rtlCol="0">
            <a:spAutoFit/>
          </a:bodyPr>
          <a:lstStyle/>
          <a:p>
            <a:r>
              <a:rPr kumimoji="1" lang="ja-JP" altLang="en-US" dirty="0">
                <a:solidFill>
                  <a:schemeClr val="bg1"/>
                </a:solidFill>
              </a:rPr>
              <a:t>～～～～～</a:t>
            </a:r>
          </a:p>
        </p:txBody>
      </p:sp>
      <p:sp>
        <p:nvSpPr>
          <p:cNvPr id="22" name="テキスト ボックス 21">
            <a:extLst>
              <a:ext uri="{FF2B5EF4-FFF2-40B4-BE49-F238E27FC236}">
                <a16:creationId xmlns:a16="http://schemas.microsoft.com/office/drawing/2014/main" id="{A5440B86-CFD4-474B-B1C6-3A3251EEF9B6}"/>
              </a:ext>
            </a:extLst>
          </p:cNvPr>
          <p:cNvSpPr txBox="1"/>
          <p:nvPr/>
        </p:nvSpPr>
        <p:spPr>
          <a:xfrm>
            <a:off x="9233554" y="4515204"/>
            <a:ext cx="1371600" cy="369332"/>
          </a:xfrm>
          <a:prstGeom prst="rect">
            <a:avLst/>
          </a:prstGeom>
          <a:noFill/>
        </p:spPr>
        <p:txBody>
          <a:bodyPr wrap="square" rtlCol="0">
            <a:spAutoFit/>
          </a:bodyPr>
          <a:lstStyle/>
          <a:p>
            <a:r>
              <a:rPr kumimoji="1" lang="ja-JP" altLang="en-US" dirty="0">
                <a:solidFill>
                  <a:schemeClr val="bg1"/>
                </a:solidFill>
              </a:rPr>
              <a:t>～～～～～</a:t>
            </a:r>
          </a:p>
        </p:txBody>
      </p:sp>
      <p:sp>
        <p:nvSpPr>
          <p:cNvPr id="23" name="テキスト ボックス 22">
            <a:extLst>
              <a:ext uri="{FF2B5EF4-FFF2-40B4-BE49-F238E27FC236}">
                <a16:creationId xmlns:a16="http://schemas.microsoft.com/office/drawing/2014/main" id="{B8181C57-D365-4102-8C16-64C8A9A7DD00}"/>
              </a:ext>
            </a:extLst>
          </p:cNvPr>
          <p:cNvSpPr txBox="1"/>
          <p:nvPr/>
        </p:nvSpPr>
        <p:spPr>
          <a:xfrm>
            <a:off x="9248757" y="4896124"/>
            <a:ext cx="1371600" cy="369332"/>
          </a:xfrm>
          <a:prstGeom prst="rect">
            <a:avLst/>
          </a:prstGeom>
          <a:noFill/>
        </p:spPr>
        <p:txBody>
          <a:bodyPr wrap="square" rtlCol="0">
            <a:spAutoFit/>
          </a:bodyPr>
          <a:lstStyle/>
          <a:p>
            <a:r>
              <a:rPr kumimoji="1" lang="ja-JP" altLang="en-US" dirty="0">
                <a:solidFill>
                  <a:schemeClr val="bg1"/>
                </a:solidFill>
              </a:rPr>
              <a:t>～～～～～</a:t>
            </a:r>
          </a:p>
        </p:txBody>
      </p:sp>
      <p:sp>
        <p:nvSpPr>
          <p:cNvPr id="24" name="楕円 23">
            <a:extLst>
              <a:ext uri="{FF2B5EF4-FFF2-40B4-BE49-F238E27FC236}">
                <a16:creationId xmlns:a16="http://schemas.microsoft.com/office/drawing/2014/main" id="{ED52257A-7C23-454B-B2EF-80785B2811F5}"/>
              </a:ext>
            </a:extLst>
          </p:cNvPr>
          <p:cNvSpPr/>
          <p:nvPr/>
        </p:nvSpPr>
        <p:spPr>
          <a:xfrm>
            <a:off x="10650763" y="4111005"/>
            <a:ext cx="333472" cy="333472"/>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25" name="楕円 24">
            <a:extLst>
              <a:ext uri="{FF2B5EF4-FFF2-40B4-BE49-F238E27FC236}">
                <a16:creationId xmlns:a16="http://schemas.microsoft.com/office/drawing/2014/main" id="{F4614126-B1B7-4F3F-92C7-61E965F0D6CD}"/>
              </a:ext>
            </a:extLst>
          </p:cNvPr>
          <p:cNvSpPr/>
          <p:nvPr/>
        </p:nvSpPr>
        <p:spPr>
          <a:xfrm>
            <a:off x="10662986" y="4497274"/>
            <a:ext cx="333472" cy="333472"/>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26" name="楕円 25">
            <a:extLst>
              <a:ext uri="{FF2B5EF4-FFF2-40B4-BE49-F238E27FC236}">
                <a16:creationId xmlns:a16="http://schemas.microsoft.com/office/drawing/2014/main" id="{3075AF5D-CEC3-45E2-B503-F5F4303127AD}"/>
              </a:ext>
            </a:extLst>
          </p:cNvPr>
          <p:cNvSpPr/>
          <p:nvPr/>
        </p:nvSpPr>
        <p:spPr>
          <a:xfrm>
            <a:off x="10662986" y="4896124"/>
            <a:ext cx="333472" cy="333472"/>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pic>
        <p:nvPicPr>
          <p:cNvPr id="27" name="図 26">
            <a:extLst>
              <a:ext uri="{FF2B5EF4-FFF2-40B4-BE49-F238E27FC236}">
                <a16:creationId xmlns:a16="http://schemas.microsoft.com/office/drawing/2014/main" id="{000983AB-B2D3-41C4-BAE6-8DB57554B9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47070" y="4633149"/>
            <a:ext cx="1727200" cy="1107566"/>
          </a:xfrm>
          <a:prstGeom prst="rect">
            <a:avLst/>
          </a:prstGeom>
        </p:spPr>
      </p:pic>
      <p:sp>
        <p:nvSpPr>
          <p:cNvPr id="28" name="四角形: 対角を丸める 27">
            <a:extLst>
              <a:ext uri="{FF2B5EF4-FFF2-40B4-BE49-F238E27FC236}">
                <a16:creationId xmlns:a16="http://schemas.microsoft.com/office/drawing/2014/main" id="{085A2B51-53CF-4035-9218-0249BF648434}"/>
              </a:ext>
            </a:extLst>
          </p:cNvPr>
          <p:cNvSpPr/>
          <p:nvPr/>
        </p:nvSpPr>
        <p:spPr>
          <a:xfrm>
            <a:off x="9218351" y="2110267"/>
            <a:ext cx="1811348" cy="1210072"/>
          </a:xfrm>
          <a:prstGeom prst="round2DiagRect">
            <a:avLst/>
          </a:prstGeom>
          <a:solidFill>
            <a:schemeClr val="accent3">
              <a:alpha val="60000"/>
            </a:schemeClr>
          </a:solidFill>
          <a:ln w="28575">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kumimoji="1" lang="ja-JP" altLang="en-US"/>
          </a:p>
        </p:txBody>
      </p:sp>
      <p:sp>
        <p:nvSpPr>
          <p:cNvPr id="29" name="正方形/長方形 28">
            <a:extLst>
              <a:ext uri="{FF2B5EF4-FFF2-40B4-BE49-F238E27FC236}">
                <a16:creationId xmlns:a16="http://schemas.microsoft.com/office/drawing/2014/main" id="{7E5EFE2E-EA64-407A-891B-469D30DF6196}"/>
              </a:ext>
            </a:extLst>
          </p:cNvPr>
          <p:cNvSpPr/>
          <p:nvPr/>
        </p:nvSpPr>
        <p:spPr>
          <a:xfrm>
            <a:off x="9248757" y="3051975"/>
            <a:ext cx="1778107" cy="240211"/>
          </a:xfrm>
          <a:prstGeom prst="rect">
            <a:avLst/>
          </a:prstGeom>
          <a:solidFill>
            <a:schemeClr val="bg2">
              <a:lumMod val="50000"/>
              <a:alpha val="6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33" name="四角形: 対角を切り取る 32">
            <a:extLst>
              <a:ext uri="{FF2B5EF4-FFF2-40B4-BE49-F238E27FC236}">
                <a16:creationId xmlns:a16="http://schemas.microsoft.com/office/drawing/2014/main" id="{5153CF74-F868-4F7A-A380-87938BD399F8}"/>
              </a:ext>
            </a:extLst>
          </p:cNvPr>
          <p:cNvSpPr/>
          <p:nvPr/>
        </p:nvSpPr>
        <p:spPr>
          <a:xfrm>
            <a:off x="3697709" y="5900185"/>
            <a:ext cx="4423719" cy="372863"/>
          </a:xfrm>
          <a:prstGeom prst="snip2DiagRect">
            <a:avLst>
              <a:gd name="adj1" fmla="val 26630"/>
              <a:gd name="adj2" fmla="val 0"/>
            </a:avLst>
          </a:prstGeom>
          <a:solidFill>
            <a:schemeClr val="bg2">
              <a:lumMod val="9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34" name="四角形: 対角を丸める 33">
            <a:extLst>
              <a:ext uri="{FF2B5EF4-FFF2-40B4-BE49-F238E27FC236}">
                <a16:creationId xmlns:a16="http://schemas.microsoft.com/office/drawing/2014/main" id="{7D6D30BD-64A8-4906-8B4F-36D16EF74D28}"/>
              </a:ext>
            </a:extLst>
          </p:cNvPr>
          <p:cNvSpPr/>
          <p:nvPr/>
        </p:nvSpPr>
        <p:spPr>
          <a:xfrm>
            <a:off x="3830320" y="5968593"/>
            <a:ext cx="2048769" cy="245844"/>
          </a:xfrm>
          <a:prstGeom prst="round2Diag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HP</a:t>
            </a:r>
            <a:endParaRPr kumimoji="1" lang="ja-JP" altLang="en-US" dirty="0"/>
          </a:p>
        </p:txBody>
      </p:sp>
      <p:sp>
        <p:nvSpPr>
          <p:cNvPr id="35" name="四角形: 対角を丸める 34">
            <a:extLst>
              <a:ext uri="{FF2B5EF4-FFF2-40B4-BE49-F238E27FC236}">
                <a16:creationId xmlns:a16="http://schemas.microsoft.com/office/drawing/2014/main" id="{1FB41D92-DF70-4118-9D21-3B8447AF381F}"/>
              </a:ext>
            </a:extLst>
          </p:cNvPr>
          <p:cNvSpPr/>
          <p:nvPr/>
        </p:nvSpPr>
        <p:spPr>
          <a:xfrm>
            <a:off x="5971170" y="5968593"/>
            <a:ext cx="2048769" cy="245844"/>
          </a:xfrm>
          <a:prstGeom prst="round2Diag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SHIELD</a:t>
            </a:r>
            <a:endParaRPr kumimoji="1" lang="ja-JP" altLang="en-US" dirty="0"/>
          </a:p>
        </p:txBody>
      </p:sp>
      <p:pic>
        <p:nvPicPr>
          <p:cNvPr id="32" name="図 31">
            <a:extLst>
              <a:ext uri="{FF2B5EF4-FFF2-40B4-BE49-F238E27FC236}">
                <a16:creationId xmlns:a16="http://schemas.microsoft.com/office/drawing/2014/main" id="{A9E81835-460F-438B-B51E-035BAC5D5E2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37570" y="2416367"/>
            <a:ext cx="1132475" cy="849356"/>
          </a:xfrm>
          <a:prstGeom prst="rect">
            <a:avLst/>
          </a:prstGeom>
        </p:spPr>
      </p:pic>
      <p:sp>
        <p:nvSpPr>
          <p:cNvPr id="5" name="楕円 4">
            <a:extLst>
              <a:ext uri="{FF2B5EF4-FFF2-40B4-BE49-F238E27FC236}">
                <a16:creationId xmlns:a16="http://schemas.microsoft.com/office/drawing/2014/main" id="{F3123273-EFF1-43D4-8361-94B3AB839493}"/>
              </a:ext>
            </a:extLst>
          </p:cNvPr>
          <p:cNvSpPr/>
          <p:nvPr/>
        </p:nvSpPr>
        <p:spPr>
          <a:xfrm>
            <a:off x="4387612" y="3231919"/>
            <a:ext cx="233680" cy="23368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楕円 35">
            <a:extLst>
              <a:ext uri="{FF2B5EF4-FFF2-40B4-BE49-F238E27FC236}">
                <a16:creationId xmlns:a16="http://schemas.microsoft.com/office/drawing/2014/main" id="{AC37DB57-EAFE-4E37-84B1-1389368F6951}"/>
              </a:ext>
            </a:extLst>
          </p:cNvPr>
          <p:cNvSpPr/>
          <p:nvPr/>
        </p:nvSpPr>
        <p:spPr>
          <a:xfrm>
            <a:off x="4535485" y="3568400"/>
            <a:ext cx="233680" cy="23368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楕円 36">
            <a:extLst>
              <a:ext uri="{FF2B5EF4-FFF2-40B4-BE49-F238E27FC236}">
                <a16:creationId xmlns:a16="http://schemas.microsoft.com/office/drawing/2014/main" id="{7CB2D5C0-7588-443F-B479-50E96FDE2F56}"/>
              </a:ext>
            </a:extLst>
          </p:cNvPr>
          <p:cNvSpPr/>
          <p:nvPr/>
        </p:nvSpPr>
        <p:spPr>
          <a:xfrm>
            <a:off x="4736365" y="3943758"/>
            <a:ext cx="233680" cy="23368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30" name="図 29">
            <a:extLst>
              <a:ext uri="{FF2B5EF4-FFF2-40B4-BE49-F238E27FC236}">
                <a16:creationId xmlns:a16="http://schemas.microsoft.com/office/drawing/2014/main" id="{496B1BDF-F247-455C-8AA3-1907D2BACE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53886" y="3143343"/>
            <a:ext cx="1132475" cy="849356"/>
          </a:xfrm>
          <a:prstGeom prst="rect">
            <a:avLst/>
          </a:prstGeom>
        </p:spPr>
      </p:pic>
      <p:sp>
        <p:nvSpPr>
          <p:cNvPr id="31" name="楕円 30">
            <a:extLst>
              <a:ext uri="{FF2B5EF4-FFF2-40B4-BE49-F238E27FC236}">
                <a16:creationId xmlns:a16="http://schemas.microsoft.com/office/drawing/2014/main" id="{E6987A7E-28C4-4B5E-A1C6-45B2CBEAF336}"/>
              </a:ext>
            </a:extLst>
          </p:cNvPr>
          <p:cNvSpPr/>
          <p:nvPr/>
        </p:nvSpPr>
        <p:spPr>
          <a:xfrm>
            <a:off x="7253886" y="4000448"/>
            <a:ext cx="233680" cy="23368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楕円 37">
            <a:extLst>
              <a:ext uri="{FF2B5EF4-FFF2-40B4-BE49-F238E27FC236}">
                <a16:creationId xmlns:a16="http://schemas.microsoft.com/office/drawing/2014/main" id="{9612DF09-BA27-4B22-8988-5A1F6CEE83D3}"/>
              </a:ext>
            </a:extLst>
          </p:cNvPr>
          <p:cNvSpPr/>
          <p:nvPr/>
        </p:nvSpPr>
        <p:spPr>
          <a:xfrm>
            <a:off x="7000782" y="4313317"/>
            <a:ext cx="233680" cy="23368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2092588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8DC865F-1909-438A-B2FB-B0A0346253D9}"/>
              </a:ext>
            </a:extLst>
          </p:cNvPr>
          <p:cNvSpPr>
            <a:spLocks noGrp="1"/>
          </p:cNvSpPr>
          <p:nvPr>
            <p:ph type="title"/>
          </p:nvPr>
        </p:nvSpPr>
        <p:spPr/>
        <p:txBody>
          <a:bodyPr/>
          <a:lstStyle/>
          <a:p>
            <a:r>
              <a:rPr lang="ja-JP" altLang="en-US" dirty="0"/>
              <a:t>ゲームクリア</a:t>
            </a:r>
            <a:endParaRPr kumimoji="1" lang="ja-JP" altLang="en-US" dirty="0"/>
          </a:p>
        </p:txBody>
      </p:sp>
      <p:sp>
        <p:nvSpPr>
          <p:cNvPr id="4" name="正方形/長方形 3">
            <a:extLst>
              <a:ext uri="{FF2B5EF4-FFF2-40B4-BE49-F238E27FC236}">
                <a16:creationId xmlns:a16="http://schemas.microsoft.com/office/drawing/2014/main" id="{347E9679-04E1-4978-9187-AC07295CAC5D}"/>
              </a:ext>
            </a:extLst>
          </p:cNvPr>
          <p:cNvSpPr/>
          <p:nvPr/>
        </p:nvSpPr>
        <p:spPr>
          <a:xfrm>
            <a:off x="1056517" y="1541017"/>
            <a:ext cx="10191565" cy="52200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7" name="図 26">
            <a:extLst>
              <a:ext uri="{FF2B5EF4-FFF2-40B4-BE49-F238E27FC236}">
                <a16:creationId xmlns:a16="http://schemas.microsoft.com/office/drawing/2014/main" id="{000983AB-B2D3-41C4-BAE6-8DB57554B9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2566168" y="3139243"/>
            <a:ext cx="2447026" cy="1569154"/>
          </a:xfrm>
          <a:prstGeom prst="rect">
            <a:avLst/>
          </a:prstGeom>
        </p:spPr>
      </p:pic>
      <p:sp>
        <p:nvSpPr>
          <p:cNvPr id="5" name="テキスト ボックス 4">
            <a:extLst>
              <a:ext uri="{FF2B5EF4-FFF2-40B4-BE49-F238E27FC236}">
                <a16:creationId xmlns:a16="http://schemas.microsoft.com/office/drawing/2014/main" id="{1C7565A8-A124-479D-A2B6-3BE7C0BB1580}"/>
              </a:ext>
            </a:extLst>
          </p:cNvPr>
          <p:cNvSpPr txBox="1"/>
          <p:nvPr/>
        </p:nvSpPr>
        <p:spPr>
          <a:xfrm>
            <a:off x="4860475" y="1881682"/>
            <a:ext cx="2471050" cy="584775"/>
          </a:xfrm>
          <a:prstGeom prst="rect">
            <a:avLst/>
          </a:prstGeom>
          <a:noFill/>
        </p:spPr>
        <p:txBody>
          <a:bodyPr wrap="square" rtlCol="0">
            <a:spAutoFit/>
          </a:bodyPr>
          <a:lstStyle/>
          <a:p>
            <a:r>
              <a:rPr kumimoji="1" lang="ja-JP" altLang="en-US" sz="3200" dirty="0"/>
              <a:t>ＣＬＥＡＲ</a:t>
            </a:r>
          </a:p>
        </p:txBody>
      </p:sp>
      <p:sp>
        <p:nvSpPr>
          <p:cNvPr id="6" name="正方形/長方形 5">
            <a:extLst>
              <a:ext uri="{FF2B5EF4-FFF2-40B4-BE49-F238E27FC236}">
                <a16:creationId xmlns:a16="http://schemas.microsoft.com/office/drawing/2014/main" id="{BFAD2760-9A75-4EC5-8A7D-474C9CCAE305}"/>
              </a:ext>
            </a:extLst>
          </p:cNvPr>
          <p:cNvSpPr/>
          <p:nvPr/>
        </p:nvSpPr>
        <p:spPr>
          <a:xfrm>
            <a:off x="8402320" y="1541017"/>
            <a:ext cx="2845762" cy="5220070"/>
          </a:xfrm>
          <a:prstGeom prst="rect">
            <a:avLst/>
          </a:prstGeom>
          <a:solidFill>
            <a:schemeClr val="accent3">
              <a:lumMod val="60000"/>
              <a:lumOff val="4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42D37AD7-B986-4436-B4BB-F6D627A57998}"/>
              </a:ext>
            </a:extLst>
          </p:cNvPr>
          <p:cNvSpPr txBox="1"/>
          <p:nvPr/>
        </p:nvSpPr>
        <p:spPr>
          <a:xfrm>
            <a:off x="8586520" y="1414562"/>
            <a:ext cx="2661562" cy="5355312"/>
          </a:xfrm>
          <a:prstGeom prst="rect">
            <a:avLst/>
          </a:prstGeom>
          <a:noFill/>
        </p:spPr>
        <p:txBody>
          <a:bodyPr wrap="square" rtlCol="0">
            <a:spAutoFit/>
          </a:bodyPr>
          <a:lstStyle/>
          <a:p>
            <a:r>
              <a:rPr lang="en-US" altLang="ja-JP" dirty="0"/>
              <a:t>_____________________</a:t>
            </a:r>
          </a:p>
          <a:p>
            <a:r>
              <a:rPr lang="en-US" altLang="ja-JP" dirty="0"/>
              <a:t>_______</a:t>
            </a:r>
            <a:r>
              <a:rPr kumimoji="1" lang="en-US" altLang="ja-JP" dirty="0"/>
              <a:t>RESULT______</a:t>
            </a:r>
          </a:p>
          <a:p>
            <a:endParaRPr kumimoji="1" lang="en-US" altLang="ja-JP" dirty="0"/>
          </a:p>
          <a:p>
            <a:r>
              <a:rPr kumimoji="1" lang="en-US" altLang="ja-JP" dirty="0"/>
              <a:t>SCORE</a:t>
            </a:r>
            <a:r>
              <a:rPr lang="ja-JP" altLang="en-US" dirty="0"/>
              <a:t>・</a:t>
            </a:r>
            <a:r>
              <a:rPr kumimoji="1" lang="ja-JP" altLang="en-US" dirty="0"/>
              <a:t>００００００</a:t>
            </a:r>
            <a:endParaRPr kumimoji="1" lang="en-US" altLang="ja-JP" dirty="0"/>
          </a:p>
          <a:p>
            <a:r>
              <a:rPr kumimoji="1" lang="ja-JP" altLang="en-US" dirty="0"/>
              <a:t>　　　　　＊</a:t>
            </a:r>
            <a:endParaRPr kumimoji="1" lang="en-US" altLang="ja-JP" dirty="0"/>
          </a:p>
          <a:p>
            <a:r>
              <a:rPr lang="en-US" altLang="ja-JP" dirty="0"/>
              <a:t>TIMEBONUS</a:t>
            </a:r>
            <a:r>
              <a:rPr lang="ja-JP" altLang="en-US" dirty="0"/>
              <a:t>・</a:t>
            </a:r>
            <a:r>
              <a:rPr lang="en-US" altLang="ja-JP" dirty="0"/>
              <a:t>10</a:t>
            </a:r>
          </a:p>
          <a:p>
            <a:r>
              <a:rPr lang="ja-JP" altLang="en-US" dirty="0"/>
              <a:t>　　　　　＊</a:t>
            </a:r>
            <a:endParaRPr lang="en-US" altLang="ja-JP" dirty="0"/>
          </a:p>
          <a:p>
            <a:r>
              <a:rPr lang="en-US" altLang="ja-JP" dirty="0"/>
              <a:t>SKILLBONUS</a:t>
            </a:r>
            <a:r>
              <a:rPr lang="ja-JP" altLang="en-US" dirty="0"/>
              <a:t>・</a:t>
            </a:r>
            <a:r>
              <a:rPr lang="en-US" altLang="ja-JP" dirty="0"/>
              <a:t>3</a:t>
            </a:r>
          </a:p>
          <a:p>
            <a:r>
              <a:rPr lang="ja-JP" altLang="en-US" dirty="0"/>
              <a:t>　　　　　＊</a:t>
            </a:r>
            <a:endParaRPr lang="en-US" altLang="ja-JP" dirty="0"/>
          </a:p>
          <a:p>
            <a:r>
              <a:rPr lang="en-US" altLang="ja-JP" dirty="0"/>
              <a:t>BOSSBONUS</a:t>
            </a:r>
            <a:r>
              <a:rPr lang="ja-JP" altLang="en-US" dirty="0"/>
              <a:t>・</a:t>
            </a:r>
            <a:r>
              <a:rPr lang="en-US" altLang="ja-JP" dirty="0"/>
              <a:t>5</a:t>
            </a:r>
          </a:p>
          <a:p>
            <a:r>
              <a:rPr lang="ja-JP" altLang="en-US" dirty="0"/>
              <a:t>　　　　・・・</a:t>
            </a:r>
            <a:endParaRPr lang="en-US" altLang="ja-JP" dirty="0"/>
          </a:p>
          <a:p>
            <a:r>
              <a:rPr lang="ja-JP" altLang="en-US" dirty="0"/>
              <a:t>　　</a:t>
            </a:r>
            <a:r>
              <a:rPr lang="en-US" altLang="ja-JP" dirty="0"/>
              <a:t>TOTALSCORE</a:t>
            </a:r>
          </a:p>
          <a:p>
            <a:endParaRPr lang="en-US" altLang="ja-JP" dirty="0"/>
          </a:p>
          <a:p>
            <a:r>
              <a:rPr lang="ja-JP" altLang="en-US" dirty="0"/>
              <a:t>　００００００００</a:t>
            </a:r>
            <a:endParaRPr lang="en-US" altLang="ja-JP" dirty="0"/>
          </a:p>
          <a:p>
            <a:r>
              <a:rPr kumimoji="1" lang="en-US" altLang="ja-JP" dirty="0"/>
              <a:t>_____________________</a:t>
            </a:r>
          </a:p>
          <a:p>
            <a:r>
              <a:rPr kumimoji="1" lang="en-US" altLang="ja-JP" dirty="0"/>
              <a:t>ENEMY</a:t>
            </a:r>
            <a:r>
              <a:rPr kumimoji="1" lang="ja-JP" altLang="en-US" dirty="0"/>
              <a:t>・</a:t>
            </a:r>
            <a:r>
              <a:rPr kumimoji="1" lang="en-US" altLang="ja-JP" dirty="0"/>
              <a:t>30</a:t>
            </a:r>
          </a:p>
          <a:p>
            <a:r>
              <a:rPr lang="en-US" altLang="ja-JP" dirty="0"/>
              <a:t>DAMAGE</a:t>
            </a:r>
            <a:r>
              <a:rPr lang="ja-JP" altLang="en-US" dirty="0"/>
              <a:t>・</a:t>
            </a:r>
            <a:r>
              <a:rPr lang="en-US" altLang="ja-JP" dirty="0"/>
              <a:t>5</a:t>
            </a:r>
          </a:p>
          <a:p>
            <a:r>
              <a:rPr kumimoji="1" lang="en-US" altLang="ja-JP" dirty="0"/>
              <a:t>S</a:t>
            </a:r>
            <a:r>
              <a:rPr lang="en-US" altLang="ja-JP" dirty="0"/>
              <a:t>KILL</a:t>
            </a:r>
            <a:r>
              <a:rPr lang="ja-JP" altLang="en-US" dirty="0"/>
              <a:t>・</a:t>
            </a:r>
            <a:r>
              <a:rPr lang="en-US" altLang="ja-JP" dirty="0"/>
              <a:t>5</a:t>
            </a:r>
            <a:endParaRPr kumimoji="1" lang="en-US" altLang="ja-JP" dirty="0"/>
          </a:p>
          <a:p>
            <a:r>
              <a:rPr kumimoji="1" lang="en-US" altLang="ja-JP" dirty="0"/>
              <a:t>_____________________</a:t>
            </a:r>
            <a:endParaRPr kumimoji="1" lang="ja-JP" altLang="en-US" dirty="0"/>
          </a:p>
        </p:txBody>
      </p:sp>
      <p:sp>
        <p:nvSpPr>
          <p:cNvPr id="42" name="四角形: 対角を切り取る 41">
            <a:extLst>
              <a:ext uri="{FF2B5EF4-FFF2-40B4-BE49-F238E27FC236}">
                <a16:creationId xmlns:a16="http://schemas.microsoft.com/office/drawing/2014/main" id="{56D1761C-1B4A-4459-AA87-FA5EFAED6B4E}"/>
              </a:ext>
            </a:extLst>
          </p:cNvPr>
          <p:cNvSpPr/>
          <p:nvPr/>
        </p:nvSpPr>
        <p:spPr>
          <a:xfrm flipV="1">
            <a:off x="8123455" y="1998214"/>
            <a:ext cx="271015" cy="451550"/>
          </a:xfrm>
          <a:prstGeom prst="snip2DiagRect">
            <a:avLst>
              <a:gd name="adj1" fmla="val 50000"/>
              <a:gd name="adj2" fmla="val 50000"/>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44" name="四角形: 対角を切り取る 43">
            <a:extLst>
              <a:ext uri="{FF2B5EF4-FFF2-40B4-BE49-F238E27FC236}">
                <a16:creationId xmlns:a16="http://schemas.microsoft.com/office/drawing/2014/main" id="{74D86013-9439-4B6D-BC7A-F6F2CEDA94F4}"/>
              </a:ext>
            </a:extLst>
          </p:cNvPr>
          <p:cNvSpPr/>
          <p:nvPr/>
        </p:nvSpPr>
        <p:spPr>
          <a:xfrm flipV="1">
            <a:off x="8123455" y="2455411"/>
            <a:ext cx="271015" cy="451550"/>
          </a:xfrm>
          <a:prstGeom prst="snip2DiagRect">
            <a:avLst>
              <a:gd name="adj1" fmla="val 50000"/>
              <a:gd name="adj2" fmla="val 50000"/>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45" name="四角形: 対角を切り取る 44">
            <a:extLst>
              <a:ext uri="{FF2B5EF4-FFF2-40B4-BE49-F238E27FC236}">
                <a16:creationId xmlns:a16="http://schemas.microsoft.com/office/drawing/2014/main" id="{B89499C8-D457-4C83-B83C-A5467F896136}"/>
              </a:ext>
            </a:extLst>
          </p:cNvPr>
          <p:cNvSpPr/>
          <p:nvPr/>
        </p:nvSpPr>
        <p:spPr>
          <a:xfrm flipV="1">
            <a:off x="8131305" y="1541017"/>
            <a:ext cx="271015" cy="451550"/>
          </a:xfrm>
          <a:prstGeom prst="snip2DiagRect">
            <a:avLst>
              <a:gd name="adj1" fmla="val 50000"/>
              <a:gd name="adj2" fmla="val 50000"/>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46" name="四角形: 対角を切り取る 45">
            <a:extLst>
              <a:ext uri="{FF2B5EF4-FFF2-40B4-BE49-F238E27FC236}">
                <a16:creationId xmlns:a16="http://schemas.microsoft.com/office/drawing/2014/main" id="{1C08019B-188C-45C9-95DC-1C89F5E80924}"/>
              </a:ext>
            </a:extLst>
          </p:cNvPr>
          <p:cNvSpPr/>
          <p:nvPr/>
        </p:nvSpPr>
        <p:spPr>
          <a:xfrm flipV="1">
            <a:off x="8118694" y="3369805"/>
            <a:ext cx="271015" cy="451550"/>
          </a:xfrm>
          <a:prstGeom prst="snip2DiagRect">
            <a:avLst>
              <a:gd name="adj1" fmla="val 50000"/>
              <a:gd name="adj2" fmla="val 50000"/>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47" name="四角形: 対角を切り取る 46">
            <a:extLst>
              <a:ext uri="{FF2B5EF4-FFF2-40B4-BE49-F238E27FC236}">
                <a16:creationId xmlns:a16="http://schemas.microsoft.com/office/drawing/2014/main" id="{1B128235-02CA-4463-9E08-62BF2128A18B}"/>
              </a:ext>
            </a:extLst>
          </p:cNvPr>
          <p:cNvSpPr/>
          <p:nvPr/>
        </p:nvSpPr>
        <p:spPr>
          <a:xfrm flipV="1">
            <a:off x="8118694" y="3827002"/>
            <a:ext cx="271015" cy="451550"/>
          </a:xfrm>
          <a:prstGeom prst="snip2DiagRect">
            <a:avLst>
              <a:gd name="adj1" fmla="val 50000"/>
              <a:gd name="adj2" fmla="val 50000"/>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48" name="四角形: 対角を切り取る 47">
            <a:extLst>
              <a:ext uri="{FF2B5EF4-FFF2-40B4-BE49-F238E27FC236}">
                <a16:creationId xmlns:a16="http://schemas.microsoft.com/office/drawing/2014/main" id="{11E728C3-EA43-4A16-A3C8-3EA91C8EE859}"/>
              </a:ext>
            </a:extLst>
          </p:cNvPr>
          <p:cNvSpPr/>
          <p:nvPr/>
        </p:nvSpPr>
        <p:spPr>
          <a:xfrm flipV="1">
            <a:off x="8126544" y="2912608"/>
            <a:ext cx="271015" cy="451550"/>
          </a:xfrm>
          <a:prstGeom prst="snip2DiagRect">
            <a:avLst>
              <a:gd name="adj1" fmla="val 50000"/>
              <a:gd name="adj2" fmla="val 50000"/>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49" name="四角形: 対角を切り取る 48">
            <a:extLst>
              <a:ext uri="{FF2B5EF4-FFF2-40B4-BE49-F238E27FC236}">
                <a16:creationId xmlns:a16="http://schemas.microsoft.com/office/drawing/2014/main" id="{8035E2E7-C474-4954-A5D7-BA98CADB2215}"/>
              </a:ext>
            </a:extLst>
          </p:cNvPr>
          <p:cNvSpPr/>
          <p:nvPr/>
        </p:nvSpPr>
        <p:spPr>
          <a:xfrm flipV="1">
            <a:off x="8118694" y="4289846"/>
            <a:ext cx="271015" cy="451550"/>
          </a:xfrm>
          <a:prstGeom prst="snip2DiagRect">
            <a:avLst>
              <a:gd name="adj1" fmla="val 50000"/>
              <a:gd name="adj2" fmla="val 50000"/>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50" name="四角形: 対角を切り取る 49">
            <a:extLst>
              <a:ext uri="{FF2B5EF4-FFF2-40B4-BE49-F238E27FC236}">
                <a16:creationId xmlns:a16="http://schemas.microsoft.com/office/drawing/2014/main" id="{BDF8CB89-1105-495B-8C62-0E613EED914B}"/>
              </a:ext>
            </a:extLst>
          </p:cNvPr>
          <p:cNvSpPr/>
          <p:nvPr/>
        </p:nvSpPr>
        <p:spPr>
          <a:xfrm flipV="1">
            <a:off x="8118694" y="4747043"/>
            <a:ext cx="271015" cy="451550"/>
          </a:xfrm>
          <a:prstGeom prst="snip2DiagRect">
            <a:avLst>
              <a:gd name="adj1" fmla="val 50000"/>
              <a:gd name="adj2" fmla="val 50000"/>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53" name="四角形: 対角を切り取る 52">
            <a:extLst>
              <a:ext uri="{FF2B5EF4-FFF2-40B4-BE49-F238E27FC236}">
                <a16:creationId xmlns:a16="http://schemas.microsoft.com/office/drawing/2014/main" id="{03DA0A79-2055-4D71-A108-A4EA4F30F5B3}"/>
              </a:ext>
            </a:extLst>
          </p:cNvPr>
          <p:cNvSpPr/>
          <p:nvPr/>
        </p:nvSpPr>
        <p:spPr>
          <a:xfrm flipV="1">
            <a:off x="7851840" y="5072659"/>
            <a:ext cx="545719" cy="553258"/>
          </a:xfrm>
          <a:prstGeom prst="snip2DiagRect">
            <a:avLst>
              <a:gd name="adj1" fmla="val 50000"/>
              <a:gd name="adj2" fmla="val 50000"/>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55" name="正方形/長方形 54">
            <a:extLst>
              <a:ext uri="{FF2B5EF4-FFF2-40B4-BE49-F238E27FC236}">
                <a16:creationId xmlns:a16="http://schemas.microsoft.com/office/drawing/2014/main" id="{D77C6DDA-7E57-4538-9780-FE2B4597BF17}"/>
              </a:ext>
            </a:extLst>
          </p:cNvPr>
          <p:cNvSpPr/>
          <p:nvPr/>
        </p:nvSpPr>
        <p:spPr>
          <a:xfrm rot="5400000">
            <a:off x="4169996" y="2529131"/>
            <a:ext cx="1114084" cy="7341042"/>
          </a:xfrm>
          <a:prstGeom prst="rect">
            <a:avLst/>
          </a:prstGeom>
          <a:solidFill>
            <a:schemeClr val="accent3">
              <a:lumMod val="60000"/>
              <a:lumOff val="4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56" name="四角形: 対角を切り取る 55">
            <a:extLst>
              <a:ext uri="{FF2B5EF4-FFF2-40B4-BE49-F238E27FC236}">
                <a16:creationId xmlns:a16="http://schemas.microsoft.com/office/drawing/2014/main" id="{93A74609-79DF-48E7-BAC6-337992C8DDE3}"/>
              </a:ext>
            </a:extLst>
          </p:cNvPr>
          <p:cNvSpPr/>
          <p:nvPr/>
        </p:nvSpPr>
        <p:spPr>
          <a:xfrm rot="16200000" flipV="1">
            <a:off x="7621852" y="5267460"/>
            <a:ext cx="271015" cy="451550"/>
          </a:xfrm>
          <a:prstGeom prst="snip2DiagRect">
            <a:avLst>
              <a:gd name="adj1" fmla="val 50000"/>
              <a:gd name="adj2" fmla="val 50000"/>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dirty="0"/>
          </a:p>
        </p:txBody>
      </p:sp>
      <p:sp>
        <p:nvSpPr>
          <p:cNvPr id="57" name="四角形: 対角を切り取る 56">
            <a:extLst>
              <a:ext uri="{FF2B5EF4-FFF2-40B4-BE49-F238E27FC236}">
                <a16:creationId xmlns:a16="http://schemas.microsoft.com/office/drawing/2014/main" id="{BD61280E-E3A2-4FC1-9D19-9059BE11993D}"/>
              </a:ext>
            </a:extLst>
          </p:cNvPr>
          <p:cNvSpPr/>
          <p:nvPr/>
        </p:nvSpPr>
        <p:spPr>
          <a:xfrm rot="16200000" flipV="1">
            <a:off x="7196017" y="5281327"/>
            <a:ext cx="271015" cy="451550"/>
          </a:xfrm>
          <a:prstGeom prst="snip2DiagRect">
            <a:avLst>
              <a:gd name="adj1" fmla="val 50000"/>
              <a:gd name="adj2" fmla="val 50000"/>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dirty="0"/>
          </a:p>
        </p:txBody>
      </p:sp>
      <p:sp>
        <p:nvSpPr>
          <p:cNvPr id="58" name="四角形: 対角を切り取る 57">
            <a:extLst>
              <a:ext uri="{FF2B5EF4-FFF2-40B4-BE49-F238E27FC236}">
                <a16:creationId xmlns:a16="http://schemas.microsoft.com/office/drawing/2014/main" id="{07B3267A-5C73-4F94-B908-A745697057EA}"/>
              </a:ext>
            </a:extLst>
          </p:cNvPr>
          <p:cNvSpPr/>
          <p:nvPr/>
        </p:nvSpPr>
        <p:spPr>
          <a:xfrm rot="16200000" flipV="1">
            <a:off x="6747791" y="5281327"/>
            <a:ext cx="271015" cy="451550"/>
          </a:xfrm>
          <a:prstGeom prst="snip2DiagRect">
            <a:avLst>
              <a:gd name="adj1" fmla="val 50000"/>
              <a:gd name="adj2" fmla="val 50000"/>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dirty="0"/>
          </a:p>
        </p:txBody>
      </p:sp>
      <p:sp>
        <p:nvSpPr>
          <p:cNvPr id="59" name="四角形: 対角を切り取る 58">
            <a:extLst>
              <a:ext uri="{FF2B5EF4-FFF2-40B4-BE49-F238E27FC236}">
                <a16:creationId xmlns:a16="http://schemas.microsoft.com/office/drawing/2014/main" id="{CF678B80-08A5-4738-9087-E49E69AB0277}"/>
              </a:ext>
            </a:extLst>
          </p:cNvPr>
          <p:cNvSpPr/>
          <p:nvPr/>
        </p:nvSpPr>
        <p:spPr>
          <a:xfrm rot="16200000" flipV="1">
            <a:off x="6294578" y="5267460"/>
            <a:ext cx="271015" cy="451550"/>
          </a:xfrm>
          <a:prstGeom prst="snip2DiagRect">
            <a:avLst>
              <a:gd name="adj1" fmla="val 50000"/>
              <a:gd name="adj2" fmla="val 50000"/>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dirty="0"/>
          </a:p>
        </p:txBody>
      </p:sp>
      <p:sp>
        <p:nvSpPr>
          <p:cNvPr id="60" name="四角形: 対角を切り取る 59">
            <a:extLst>
              <a:ext uri="{FF2B5EF4-FFF2-40B4-BE49-F238E27FC236}">
                <a16:creationId xmlns:a16="http://schemas.microsoft.com/office/drawing/2014/main" id="{73FD9320-1DC0-4ADE-BFD7-FEAD3D89C31B}"/>
              </a:ext>
            </a:extLst>
          </p:cNvPr>
          <p:cNvSpPr/>
          <p:nvPr/>
        </p:nvSpPr>
        <p:spPr>
          <a:xfrm rot="16200000" flipV="1">
            <a:off x="5868743" y="5281327"/>
            <a:ext cx="271015" cy="451550"/>
          </a:xfrm>
          <a:prstGeom prst="snip2DiagRect">
            <a:avLst>
              <a:gd name="adj1" fmla="val 50000"/>
              <a:gd name="adj2" fmla="val 50000"/>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dirty="0"/>
          </a:p>
        </p:txBody>
      </p:sp>
      <p:sp>
        <p:nvSpPr>
          <p:cNvPr id="61" name="四角形: 対角を切り取る 60">
            <a:extLst>
              <a:ext uri="{FF2B5EF4-FFF2-40B4-BE49-F238E27FC236}">
                <a16:creationId xmlns:a16="http://schemas.microsoft.com/office/drawing/2014/main" id="{4D3EBAC5-BE33-43A8-954A-42BD782ADC63}"/>
              </a:ext>
            </a:extLst>
          </p:cNvPr>
          <p:cNvSpPr/>
          <p:nvPr/>
        </p:nvSpPr>
        <p:spPr>
          <a:xfrm rot="16200000" flipV="1">
            <a:off x="5420517" y="5281327"/>
            <a:ext cx="271015" cy="451550"/>
          </a:xfrm>
          <a:prstGeom prst="snip2DiagRect">
            <a:avLst>
              <a:gd name="adj1" fmla="val 50000"/>
              <a:gd name="adj2" fmla="val 50000"/>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dirty="0"/>
          </a:p>
        </p:txBody>
      </p:sp>
      <p:sp>
        <p:nvSpPr>
          <p:cNvPr id="62" name="四角形: 対角を切り取る 61">
            <a:extLst>
              <a:ext uri="{FF2B5EF4-FFF2-40B4-BE49-F238E27FC236}">
                <a16:creationId xmlns:a16="http://schemas.microsoft.com/office/drawing/2014/main" id="{C7531B70-D659-43E0-89E4-B96CC3A7477C}"/>
              </a:ext>
            </a:extLst>
          </p:cNvPr>
          <p:cNvSpPr/>
          <p:nvPr/>
        </p:nvSpPr>
        <p:spPr>
          <a:xfrm rot="16200000" flipV="1">
            <a:off x="4968135" y="5277048"/>
            <a:ext cx="271015" cy="451550"/>
          </a:xfrm>
          <a:prstGeom prst="snip2DiagRect">
            <a:avLst>
              <a:gd name="adj1" fmla="val 50000"/>
              <a:gd name="adj2" fmla="val 50000"/>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dirty="0"/>
          </a:p>
        </p:txBody>
      </p:sp>
      <p:sp>
        <p:nvSpPr>
          <p:cNvPr id="63" name="四角形: 対角を切り取る 62">
            <a:extLst>
              <a:ext uri="{FF2B5EF4-FFF2-40B4-BE49-F238E27FC236}">
                <a16:creationId xmlns:a16="http://schemas.microsoft.com/office/drawing/2014/main" id="{C0CB43C8-8064-4777-975D-3048954C6839}"/>
              </a:ext>
            </a:extLst>
          </p:cNvPr>
          <p:cNvSpPr/>
          <p:nvPr/>
        </p:nvSpPr>
        <p:spPr>
          <a:xfrm rot="16200000" flipV="1">
            <a:off x="4542300" y="5290915"/>
            <a:ext cx="271015" cy="451550"/>
          </a:xfrm>
          <a:prstGeom prst="snip2DiagRect">
            <a:avLst>
              <a:gd name="adj1" fmla="val 50000"/>
              <a:gd name="adj2" fmla="val 50000"/>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dirty="0"/>
          </a:p>
        </p:txBody>
      </p:sp>
      <p:sp>
        <p:nvSpPr>
          <p:cNvPr id="64" name="四角形: 対角を切り取る 63">
            <a:extLst>
              <a:ext uri="{FF2B5EF4-FFF2-40B4-BE49-F238E27FC236}">
                <a16:creationId xmlns:a16="http://schemas.microsoft.com/office/drawing/2014/main" id="{A7647504-4BB7-4E8C-885F-DDE4306770B6}"/>
              </a:ext>
            </a:extLst>
          </p:cNvPr>
          <p:cNvSpPr/>
          <p:nvPr/>
        </p:nvSpPr>
        <p:spPr>
          <a:xfrm rot="16200000" flipV="1">
            <a:off x="4094074" y="5290915"/>
            <a:ext cx="271015" cy="451550"/>
          </a:xfrm>
          <a:prstGeom prst="snip2DiagRect">
            <a:avLst>
              <a:gd name="adj1" fmla="val 50000"/>
              <a:gd name="adj2" fmla="val 50000"/>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dirty="0"/>
          </a:p>
        </p:txBody>
      </p:sp>
      <p:sp>
        <p:nvSpPr>
          <p:cNvPr id="65" name="四角形: 対角を切り取る 64">
            <a:extLst>
              <a:ext uri="{FF2B5EF4-FFF2-40B4-BE49-F238E27FC236}">
                <a16:creationId xmlns:a16="http://schemas.microsoft.com/office/drawing/2014/main" id="{E4051AEF-D0B3-43EE-BC42-05167C27286A}"/>
              </a:ext>
            </a:extLst>
          </p:cNvPr>
          <p:cNvSpPr/>
          <p:nvPr/>
        </p:nvSpPr>
        <p:spPr>
          <a:xfrm rot="16200000" flipV="1">
            <a:off x="3634693" y="5277047"/>
            <a:ext cx="271015" cy="451550"/>
          </a:xfrm>
          <a:prstGeom prst="snip2DiagRect">
            <a:avLst>
              <a:gd name="adj1" fmla="val 50000"/>
              <a:gd name="adj2" fmla="val 50000"/>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dirty="0"/>
          </a:p>
        </p:txBody>
      </p:sp>
      <p:sp>
        <p:nvSpPr>
          <p:cNvPr id="66" name="四角形: 対角を切り取る 65">
            <a:extLst>
              <a:ext uri="{FF2B5EF4-FFF2-40B4-BE49-F238E27FC236}">
                <a16:creationId xmlns:a16="http://schemas.microsoft.com/office/drawing/2014/main" id="{0A72193B-06A2-40A2-BB27-A5C3A62B384A}"/>
              </a:ext>
            </a:extLst>
          </p:cNvPr>
          <p:cNvSpPr/>
          <p:nvPr/>
        </p:nvSpPr>
        <p:spPr>
          <a:xfrm rot="16200000" flipV="1">
            <a:off x="3208858" y="5290914"/>
            <a:ext cx="271015" cy="451550"/>
          </a:xfrm>
          <a:prstGeom prst="snip2DiagRect">
            <a:avLst>
              <a:gd name="adj1" fmla="val 50000"/>
              <a:gd name="adj2" fmla="val 50000"/>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dirty="0"/>
          </a:p>
        </p:txBody>
      </p:sp>
      <p:sp>
        <p:nvSpPr>
          <p:cNvPr id="67" name="四角形: 対角を切り取る 66">
            <a:extLst>
              <a:ext uri="{FF2B5EF4-FFF2-40B4-BE49-F238E27FC236}">
                <a16:creationId xmlns:a16="http://schemas.microsoft.com/office/drawing/2014/main" id="{B66E2749-155B-45BF-A4B6-F2AA2B106243}"/>
              </a:ext>
            </a:extLst>
          </p:cNvPr>
          <p:cNvSpPr/>
          <p:nvPr/>
        </p:nvSpPr>
        <p:spPr>
          <a:xfrm rot="16200000" flipV="1">
            <a:off x="2760632" y="5290914"/>
            <a:ext cx="271015" cy="451550"/>
          </a:xfrm>
          <a:prstGeom prst="snip2DiagRect">
            <a:avLst>
              <a:gd name="adj1" fmla="val 50000"/>
              <a:gd name="adj2" fmla="val 50000"/>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dirty="0"/>
          </a:p>
        </p:txBody>
      </p:sp>
      <p:sp>
        <p:nvSpPr>
          <p:cNvPr id="68" name="四角形: 対角を切り取る 67">
            <a:extLst>
              <a:ext uri="{FF2B5EF4-FFF2-40B4-BE49-F238E27FC236}">
                <a16:creationId xmlns:a16="http://schemas.microsoft.com/office/drawing/2014/main" id="{74A42A32-5DC1-4EDC-9607-0A5E3443BE29}"/>
              </a:ext>
            </a:extLst>
          </p:cNvPr>
          <p:cNvSpPr/>
          <p:nvPr/>
        </p:nvSpPr>
        <p:spPr>
          <a:xfrm rot="16200000" flipV="1">
            <a:off x="2310744" y="5288462"/>
            <a:ext cx="271015" cy="451550"/>
          </a:xfrm>
          <a:prstGeom prst="snip2DiagRect">
            <a:avLst>
              <a:gd name="adj1" fmla="val 50000"/>
              <a:gd name="adj2" fmla="val 50000"/>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dirty="0"/>
          </a:p>
        </p:txBody>
      </p:sp>
      <p:sp>
        <p:nvSpPr>
          <p:cNvPr id="69" name="四角形: 対角を切り取る 68">
            <a:extLst>
              <a:ext uri="{FF2B5EF4-FFF2-40B4-BE49-F238E27FC236}">
                <a16:creationId xmlns:a16="http://schemas.microsoft.com/office/drawing/2014/main" id="{6813A2AB-C5BF-461E-8EA0-98DF1C2D95DC}"/>
              </a:ext>
            </a:extLst>
          </p:cNvPr>
          <p:cNvSpPr/>
          <p:nvPr/>
        </p:nvSpPr>
        <p:spPr>
          <a:xfrm rot="16200000" flipV="1">
            <a:off x="1884909" y="5302329"/>
            <a:ext cx="271015" cy="451550"/>
          </a:xfrm>
          <a:prstGeom prst="snip2DiagRect">
            <a:avLst>
              <a:gd name="adj1" fmla="val 50000"/>
              <a:gd name="adj2" fmla="val 50000"/>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dirty="0"/>
          </a:p>
        </p:txBody>
      </p:sp>
      <p:sp>
        <p:nvSpPr>
          <p:cNvPr id="70" name="四角形: 対角を切り取る 69">
            <a:extLst>
              <a:ext uri="{FF2B5EF4-FFF2-40B4-BE49-F238E27FC236}">
                <a16:creationId xmlns:a16="http://schemas.microsoft.com/office/drawing/2014/main" id="{5EE68A20-509F-49B9-8C9B-590201FF411B}"/>
              </a:ext>
            </a:extLst>
          </p:cNvPr>
          <p:cNvSpPr/>
          <p:nvPr/>
        </p:nvSpPr>
        <p:spPr>
          <a:xfrm rot="16200000" flipV="1">
            <a:off x="1436683" y="5302329"/>
            <a:ext cx="271015" cy="451550"/>
          </a:xfrm>
          <a:prstGeom prst="snip2DiagRect">
            <a:avLst>
              <a:gd name="adj1" fmla="val 50000"/>
              <a:gd name="adj2" fmla="val 50000"/>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dirty="0"/>
          </a:p>
        </p:txBody>
      </p:sp>
      <p:sp>
        <p:nvSpPr>
          <p:cNvPr id="71" name="四角形: 対角を切り取る 70">
            <a:extLst>
              <a:ext uri="{FF2B5EF4-FFF2-40B4-BE49-F238E27FC236}">
                <a16:creationId xmlns:a16="http://schemas.microsoft.com/office/drawing/2014/main" id="{6A137339-01A7-4F04-B6D0-916C9509C882}"/>
              </a:ext>
            </a:extLst>
          </p:cNvPr>
          <p:cNvSpPr/>
          <p:nvPr/>
        </p:nvSpPr>
        <p:spPr>
          <a:xfrm rot="16200000" flipV="1">
            <a:off x="978827" y="5302328"/>
            <a:ext cx="271015" cy="451550"/>
          </a:xfrm>
          <a:prstGeom prst="snip2DiagRect">
            <a:avLst>
              <a:gd name="adj1" fmla="val 50000"/>
              <a:gd name="adj2" fmla="val 50000"/>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dirty="0"/>
          </a:p>
        </p:txBody>
      </p:sp>
      <p:sp>
        <p:nvSpPr>
          <p:cNvPr id="19" name="四角形: 角度付き 18">
            <a:extLst>
              <a:ext uri="{FF2B5EF4-FFF2-40B4-BE49-F238E27FC236}">
                <a16:creationId xmlns:a16="http://schemas.microsoft.com/office/drawing/2014/main" id="{BF05D8C4-EE1D-4D1D-BA3D-57A6F44AED0F}"/>
              </a:ext>
            </a:extLst>
          </p:cNvPr>
          <p:cNvSpPr/>
          <p:nvPr/>
        </p:nvSpPr>
        <p:spPr>
          <a:xfrm>
            <a:off x="1680331" y="5904302"/>
            <a:ext cx="2431616" cy="583105"/>
          </a:xfrm>
          <a:prstGeom prst="beve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t>ＲＥＴＲＹ</a:t>
            </a:r>
            <a:endParaRPr kumimoji="1" lang="ja-JP" altLang="en-US" dirty="0"/>
          </a:p>
        </p:txBody>
      </p:sp>
      <p:sp>
        <p:nvSpPr>
          <p:cNvPr id="72" name="四角形: 角度付き 71">
            <a:extLst>
              <a:ext uri="{FF2B5EF4-FFF2-40B4-BE49-F238E27FC236}">
                <a16:creationId xmlns:a16="http://schemas.microsoft.com/office/drawing/2014/main" id="{51D815B3-2AB1-4F59-B110-301F12191E49}"/>
              </a:ext>
            </a:extLst>
          </p:cNvPr>
          <p:cNvSpPr/>
          <p:nvPr/>
        </p:nvSpPr>
        <p:spPr>
          <a:xfrm>
            <a:off x="5441715" y="5911990"/>
            <a:ext cx="2431616" cy="583105"/>
          </a:xfrm>
          <a:prstGeom prst="beve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t>ＴＩＴＬＥ</a:t>
            </a:r>
          </a:p>
        </p:txBody>
      </p:sp>
    </p:spTree>
    <p:extLst>
      <p:ext uri="{BB962C8B-B14F-4D97-AF65-F5344CB8AC3E}">
        <p14:creationId xmlns:p14="http://schemas.microsoft.com/office/powerpoint/2010/main" val="13465367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8DC865F-1909-438A-B2FB-B0A0346253D9}"/>
              </a:ext>
            </a:extLst>
          </p:cNvPr>
          <p:cNvSpPr>
            <a:spLocks noGrp="1"/>
          </p:cNvSpPr>
          <p:nvPr>
            <p:ph type="title"/>
          </p:nvPr>
        </p:nvSpPr>
        <p:spPr/>
        <p:txBody>
          <a:bodyPr/>
          <a:lstStyle/>
          <a:p>
            <a:r>
              <a:rPr lang="ja-JP" altLang="en-US" dirty="0"/>
              <a:t>ゲームオーバー</a:t>
            </a:r>
            <a:endParaRPr kumimoji="1" lang="ja-JP" altLang="en-US" dirty="0"/>
          </a:p>
        </p:txBody>
      </p:sp>
      <p:sp>
        <p:nvSpPr>
          <p:cNvPr id="4" name="正方形/長方形 3">
            <a:extLst>
              <a:ext uri="{FF2B5EF4-FFF2-40B4-BE49-F238E27FC236}">
                <a16:creationId xmlns:a16="http://schemas.microsoft.com/office/drawing/2014/main" id="{347E9679-04E1-4978-9187-AC07295CAC5D}"/>
              </a:ext>
            </a:extLst>
          </p:cNvPr>
          <p:cNvSpPr/>
          <p:nvPr/>
        </p:nvSpPr>
        <p:spPr>
          <a:xfrm>
            <a:off x="1056517" y="1541017"/>
            <a:ext cx="10191565" cy="52200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1C7565A8-A124-479D-A2B6-3BE7C0BB1580}"/>
              </a:ext>
            </a:extLst>
          </p:cNvPr>
          <p:cNvSpPr txBox="1"/>
          <p:nvPr/>
        </p:nvSpPr>
        <p:spPr>
          <a:xfrm>
            <a:off x="3789681" y="1860310"/>
            <a:ext cx="3541844" cy="584775"/>
          </a:xfrm>
          <a:prstGeom prst="rect">
            <a:avLst/>
          </a:prstGeom>
          <a:noFill/>
        </p:spPr>
        <p:txBody>
          <a:bodyPr wrap="square" rtlCol="0">
            <a:spAutoFit/>
          </a:bodyPr>
          <a:lstStyle/>
          <a:p>
            <a:r>
              <a:rPr kumimoji="1" lang="ja-JP" altLang="en-US" sz="3200" dirty="0"/>
              <a:t>ＧＡＭＥＯＶＥＲ</a:t>
            </a:r>
          </a:p>
        </p:txBody>
      </p:sp>
      <p:sp>
        <p:nvSpPr>
          <p:cNvPr id="6" name="正方形/長方形 5">
            <a:extLst>
              <a:ext uri="{FF2B5EF4-FFF2-40B4-BE49-F238E27FC236}">
                <a16:creationId xmlns:a16="http://schemas.microsoft.com/office/drawing/2014/main" id="{BFAD2760-9A75-4EC5-8A7D-474C9CCAE305}"/>
              </a:ext>
            </a:extLst>
          </p:cNvPr>
          <p:cNvSpPr/>
          <p:nvPr/>
        </p:nvSpPr>
        <p:spPr>
          <a:xfrm>
            <a:off x="8402320" y="1541017"/>
            <a:ext cx="2845762" cy="5220070"/>
          </a:xfrm>
          <a:prstGeom prst="rect">
            <a:avLst/>
          </a:prstGeom>
          <a:solidFill>
            <a:schemeClr val="accent3">
              <a:lumMod val="60000"/>
              <a:lumOff val="4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42D37AD7-B986-4436-B4BB-F6D627A57998}"/>
              </a:ext>
            </a:extLst>
          </p:cNvPr>
          <p:cNvSpPr txBox="1"/>
          <p:nvPr/>
        </p:nvSpPr>
        <p:spPr>
          <a:xfrm>
            <a:off x="8586520" y="1414562"/>
            <a:ext cx="2661562" cy="5355312"/>
          </a:xfrm>
          <a:prstGeom prst="rect">
            <a:avLst/>
          </a:prstGeom>
          <a:noFill/>
        </p:spPr>
        <p:txBody>
          <a:bodyPr wrap="square" rtlCol="0">
            <a:spAutoFit/>
          </a:bodyPr>
          <a:lstStyle/>
          <a:p>
            <a:r>
              <a:rPr lang="en-US" altLang="ja-JP" dirty="0"/>
              <a:t>_____________________</a:t>
            </a:r>
          </a:p>
          <a:p>
            <a:r>
              <a:rPr lang="en-US" altLang="ja-JP" dirty="0"/>
              <a:t>_______</a:t>
            </a:r>
            <a:r>
              <a:rPr kumimoji="1" lang="en-US" altLang="ja-JP" dirty="0"/>
              <a:t>RESULT______</a:t>
            </a:r>
          </a:p>
          <a:p>
            <a:endParaRPr kumimoji="1" lang="en-US" altLang="ja-JP" dirty="0"/>
          </a:p>
          <a:p>
            <a:r>
              <a:rPr kumimoji="1" lang="en-US" altLang="ja-JP" dirty="0"/>
              <a:t>SCORE</a:t>
            </a:r>
            <a:r>
              <a:rPr lang="ja-JP" altLang="en-US" dirty="0"/>
              <a:t>・</a:t>
            </a:r>
            <a:r>
              <a:rPr kumimoji="1" lang="ja-JP" altLang="en-US" dirty="0"/>
              <a:t>００００００</a:t>
            </a:r>
            <a:endParaRPr kumimoji="1" lang="en-US" altLang="ja-JP" dirty="0"/>
          </a:p>
          <a:p>
            <a:r>
              <a:rPr kumimoji="1" lang="ja-JP" altLang="en-US" dirty="0"/>
              <a:t>　　　　　＊</a:t>
            </a:r>
            <a:endParaRPr kumimoji="1" lang="en-US" altLang="ja-JP" dirty="0"/>
          </a:p>
          <a:p>
            <a:r>
              <a:rPr lang="en-US" altLang="ja-JP" dirty="0"/>
              <a:t>TIMEBONUS</a:t>
            </a:r>
            <a:r>
              <a:rPr lang="ja-JP" altLang="en-US" dirty="0"/>
              <a:t>・</a:t>
            </a:r>
            <a:r>
              <a:rPr lang="en-US" altLang="ja-JP" dirty="0"/>
              <a:t>10</a:t>
            </a:r>
          </a:p>
          <a:p>
            <a:r>
              <a:rPr lang="ja-JP" altLang="en-US" dirty="0"/>
              <a:t>　　　　　＊</a:t>
            </a:r>
            <a:endParaRPr lang="en-US" altLang="ja-JP" dirty="0"/>
          </a:p>
          <a:p>
            <a:r>
              <a:rPr lang="en-US" altLang="ja-JP" dirty="0"/>
              <a:t>SKILLBONUS</a:t>
            </a:r>
            <a:r>
              <a:rPr lang="ja-JP" altLang="en-US" dirty="0"/>
              <a:t>・</a:t>
            </a:r>
            <a:r>
              <a:rPr lang="en-US" altLang="ja-JP" dirty="0"/>
              <a:t>3</a:t>
            </a:r>
          </a:p>
          <a:p>
            <a:r>
              <a:rPr lang="ja-JP" altLang="en-US" dirty="0"/>
              <a:t>　　　　　＊</a:t>
            </a:r>
            <a:endParaRPr lang="en-US" altLang="ja-JP" dirty="0"/>
          </a:p>
          <a:p>
            <a:r>
              <a:rPr lang="en-US" altLang="ja-JP" dirty="0"/>
              <a:t>BOSSBONUS</a:t>
            </a:r>
            <a:r>
              <a:rPr lang="ja-JP" altLang="en-US" dirty="0"/>
              <a:t>・</a:t>
            </a:r>
            <a:r>
              <a:rPr lang="en-US" altLang="ja-JP" dirty="0"/>
              <a:t>5</a:t>
            </a:r>
          </a:p>
          <a:p>
            <a:r>
              <a:rPr lang="ja-JP" altLang="en-US" dirty="0"/>
              <a:t>　　　　・・・</a:t>
            </a:r>
            <a:endParaRPr lang="en-US" altLang="ja-JP" dirty="0"/>
          </a:p>
          <a:p>
            <a:r>
              <a:rPr lang="ja-JP" altLang="en-US" dirty="0"/>
              <a:t>　　</a:t>
            </a:r>
            <a:r>
              <a:rPr lang="en-US" altLang="ja-JP" dirty="0"/>
              <a:t>TOTALSCORE</a:t>
            </a:r>
          </a:p>
          <a:p>
            <a:endParaRPr lang="en-US" altLang="ja-JP" dirty="0"/>
          </a:p>
          <a:p>
            <a:r>
              <a:rPr lang="ja-JP" altLang="en-US" dirty="0"/>
              <a:t>　００００００００</a:t>
            </a:r>
            <a:endParaRPr lang="en-US" altLang="ja-JP" dirty="0"/>
          </a:p>
          <a:p>
            <a:r>
              <a:rPr kumimoji="1" lang="en-US" altLang="ja-JP" dirty="0"/>
              <a:t>_____________________</a:t>
            </a:r>
          </a:p>
          <a:p>
            <a:r>
              <a:rPr kumimoji="1" lang="en-US" altLang="ja-JP" dirty="0"/>
              <a:t>ENEMY</a:t>
            </a:r>
            <a:r>
              <a:rPr kumimoji="1" lang="ja-JP" altLang="en-US" dirty="0"/>
              <a:t>・</a:t>
            </a:r>
            <a:r>
              <a:rPr kumimoji="1" lang="en-US" altLang="ja-JP" dirty="0"/>
              <a:t>30</a:t>
            </a:r>
          </a:p>
          <a:p>
            <a:r>
              <a:rPr lang="en-US" altLang="ja-JP" dirty="0"/>
              <a:t>DAMAGE</a:t>
            </a:r>
            <a:r>
              <a:rPr lang="ja-JP" altLang="en-US" dirty="0"/>
              <a:t>・</a:t>
            </a:r>
            <a:r>
              <a:rPr lang="en-US" altLang="ja-JP" dirty="0"/>
              <a:t>5</a:t>
            </a:r>
          </a:p>
          <a:p>
            <a:r>
              <a:rPr kumimoji="1" lang="en-US" altLang="ja-JP" dirty="0"/>
              <a:t>S</a:t>
            </a:r>
            <a:r>
              <a:rPr lang="en-US" altLang="ja-JP" dirty="0"/>
              <a:t>KILL</a:t>
            </a:r>
            <a:r>
              <a:rPr lang="ja-JP" altLang="en-US" dirty="0"/>
              <a:t>・</a:t>
            </a:r>
            <a:r>
              <a:rPr lang="en-US" altLang="ja-JP" dirty="0"/>
              <a:t>5</a:t>
            </a:r>
            <a:endParaRPr kumimoji="1" lang="en-US" altLang="ja-JP" dirty="0"/>
          </a:p>
          <a:p>
            <a:r>
              <a:rPr kumimoji="1" lang="en-US" altLang="ja-JP" dirty="0"/>
              <a:t>_____________________</a:t>
            </a:r>
            <a:endParaRPr kumimoji="1" lang="ja-JP" altLang="en-US" dirty="0"/>
          </a:p>
        </p:txBody>
      </p:sp>
      <p:sp>
        <p:nvSpPr>
          <p:cNvPr id="42" name="四角形: 対角を切り取る 41">
            <a:extLst>
              <a:ext uri="{FF2B5EF4-FFF2-40B4-BE49-F238E27FC236}">
                <a16:creationId xmlns:a16="http://schemas.microsoft.com/office/drawing/2014/main" id="{56D1761C-1B4A-4459-AA87-FA5EFAED6B4E}"/>
              </a:ext>
            </a:extLst>
          </p:cNvPr>
          <p:cNvSpPr/>
          <p:nvPr/>
        </p:nvSpPr>
        <p:spPr>
          <a:xfrm flipV="1">
            <a:off x="8123455" y="1998214"/>
            <a:ext cx="271015" cy="451550"/>
          </a:xfrm>
          <a:prstGeom prst="snip2DiagRect">
            <a:avLst>
              <a:gd name="adj1" fmla="val 50000"/>
              <a:gd name="adj2" fmla="val 50000"/>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44" name="四角形: 対角を切り取る 43">
            <a:extLst>
              <a:ext uri="{FF2B5EF4-FFF2-40B4-BE49-F238E27FC236}">
                <a16:creationId xmlns:a16="http://schemas.microsoft.com/office/drawing/2014/main" id="{74D86013-9439-4B6D-BC7A-F6F2CEDA94F4}"/>
              </a:ext>
            </a:extLst>
          </p:cNvPr>
          <p:cNvSpPr/>
          <p:nvPr/>
        </p:nvSpPr>
        <p:spPr>
          <a:xfrm flipV="1">
            <a:off x="8123455" y="2455411"/>
            <a:ext cx="271015" cy="451550"/>
          </a:xfrm>
          <a:prstGeom prst="snip2DiagRect">
            <a:avLst>
              <a:gd name="adj1" fmla="val 50000"/>
              <a:gd name="adj2" fmla="val 50000"/>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45" name="四角形: 対角を切り取る 44">
            <a:extLst>
              <a:ext uri="{FF2B5EF4-FFF2-40B4-BE49-F238E27FC236}">
                <a16:creationId xmlns:a16="http://schemas.microsoft.com/office/drawing/2014/main" id="{B89499C8-D457-4C83-B83C-A5467F896136}"/>
              </a:ext>
            </a:extLst>
          </p:cNvPr>
          <p:cNvSpPr/>
          <p:nvPr/>
        </p:nvSpPr>
        <p:spPr>
          <a:xfrm flipV="1">
            <a:off x="8131305" y="1541017"/>
            <a:ext cx="271015" cy="451550"/>
          </a:xfrm>
          <a:prstGeom prst="snip2DiagRect">
            <a:avLst>
              <a:gd name="adj1" fmla="val 50000"/>
              <a:gd name="adj2" fmla="val 50000"/>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46" name="四角形: 対角を切り取る 45">
            <a:extLst>
              <a:ext uri="{FF2B5EF4-FFF2-40B4-BE49-F238E27FC236}">
                <a16:creationId xmlns:a16="http://schemas.microsoft.com/office/drawing/2014/main" id="{1C08019B-188C-45C9-95DC-1C89F5E80924}"/>
              </a:ext>
            </a:extLst>
          </p:cNvPr>
          <p:cNvSpPr/>
          <p:nvPr/>
        </p:nvSpPr>
        <p:spPr>
          <a:xfrm flipV="1">
            <a:off x="8118694" y="3369805"/>
            <a:ext cx="271015" cy="451550"/>
          </a:xfrm>
          <a:prstGeom prst="snip2DiagRect">
            <a:avLst>
              <a:gd name="adj1" fmla="val 50000"/>
              <a:gd name="adj2" fmla="val 50000"/>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47" name="四角形: 対角を切り取る 46">
            <a:extLst>
              <a:ext uri="{FF2B5EF4-FFF2-40B4-BE49-F238E27FC236}">
                <a16:creationId xmlns:a16="http://schemas.microsoft.com/office/drawing/2014/main" id="{1B128235-02CA-4463-9E08-62BF2128A18B}"/>
              </a:ext>
            </a:extLst>
          </p:cNvPr>
          <p:cNvSpPr/>
          <p:nvPr/>
        </p:nvSpPr>
        <p:spPr>
          <a:xfrm flipV="1">
            <a:off x="8118694" y="3827002"/>
            <a:ext cx="271015" cy="451550"/>
          </a:xfrm>
          <a:prstGeom prst="snip2DiagRect">
            <a:avLst>
              <a:gd name="adj1" fmla="val 50000"/>
              <a:gd name="adj2" fmla="val 50000"/>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48" name="四角形: 対角を切り取る 47">
            <a:extLst>
              <a:ext uri="{FF2B5EF4-FFF2-40B4-BE49-F238E27FC236}">
                <a16:creationId xmlns:a16="http://schemas.microsoft.com/office/drawing/2014/main" id="{11E728C3-EA43-4A16-A3C8-3EA91C8EE859}"/>
              </a:ext>
            </a:extLst>
          </p:cNvPr>
          <p:cNvSpPr/>
          <p:nvPr/>
        </p:nvSpPr>
        <p:spPr>
          <a:xfrm flipV="1">
            <a:off x="8126544" y="2912608"/>
            <a:ext cx="271015" cy="451550"/>
          </a:xfrm>
          <a:prstGeom prst="snip2DiagRect">
            <a:avLst>
              <a:gd name="adj1" fmla="val 50000"/>
              <a:gd name="adj2" fmla="val 50000"/>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49" name="四角形: 対角を切り取る 48">
            <a:extLst>
              <a:ext uri="{FF2B5EF4-FFF2-40B4-BE49-F238E27FC236}">
                <a16:creationId xmlns:a16="http://schemas.microsoft.com/office/drawing/2014/main" id="{8035E2E7-C474-4954-A5D7-BA98CADB2215}"/>
              </a:ext>
            </a:extLst>
          </p:cNvPr>
          <p:cNvSpPr/>
          <p:nvPr/>
        </p:nvSpPr>
        <p:spPr>
          <a:xfrm flipV="1">
            <a:off x="8118694" y="4289846"/>
            <a:ext cx="271015" cy="451550"/>
          </a:xfrm>
          <a:prstGeom prst="snip2DiagRect">
            <a:avLst>
              <a:gd name="adj1" fmla="val 50000"/>
              <a:gd name="adj2" fmla="val 50000"/>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50" name="四角形: 対角を切り取る 49">
            <a:extLst>
              <a:ext uri="{FF2B5EF4-FFF2-40B4-BE49-F238E27FC236}">
                <a16:creationId xmlns:a16="http://schemas.microsoft.com/office/drawing/2014/main" id="{BDF8CB89-1105-495B-8C62-0E613EED914B}"/>
              </a:ext>
            </a:extLst>
          </p:cNvPr>
          <p:cNvSpPr/>
          <p:nvPr/>
        </p:nvSpPr>
        <p:spPr>
          <a:xfrm flipV="1">
            <a:off x="8118694" y="4747043"/>
            <a:ext cx="271015" cy="451550"/>
          </a:xfrm>
          <a:prstGeom prst="snip2DiagRect">
            <a:avLst>
              <a:gd name="adj1" fmla="val 50000"/>
              <a:gd name="adj2" fmla="val 50000"/>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53" name="四角形: 対角を切り取る 52">
            <a:extLst>
              <a:ext uri="{FF2B5EF4-FFF2-40B4-BE49-F238E27FC236}">
                <a16:creationId xmlns:a16="http://schemas.microsoft.com/office/drawing/2014/main" id="{03DA0A79-2055-4D71-A108-A4EA4F30F5B3}"/>
              </a:ext>
            </a:extLst>
          </p:cNvPr>
          <p:cNvSpPr/>
          <p:nvPr/>
        </p:nvSpPr>
        <p:spPr>
          <a:xfrm flipV="1">
            <a:off x="7851840" y="5072659"/>
            <a:ext cx="545719" cy="553258"/>
          </a:xfrm>
          <a:prstGeom prst="snip2DiagRect">
            <a:avLst>
              <a:gd name="adj1" fmla="val 50000"/>
              <a:gd name="adj2" fmla="val 50000"/>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55" name="正方形/長方形 54">
            <a:extLst>
              <a:ext uri="{FF2B5EF4-FFF2-40B4-BE49-F238E27FC236}">
                <a16:creationId xmlns:a16="http://schemas.microsoft.com/office/drawing/2014/main" id="{D77C6DDA-7E57-4538-9780-FE2B4597BF17}"/>
              </a:ext>
            </a:extLst>
          </p:cNvPr>
          <p:cNvSpPr/>
          <p:nvPr/>
        </p:nvSpPr>
        <p:spPr>
          <a:xfrm rot="5400000">
            <a:off x="4169996" y="2529131"/>
            <a:ext cx="1114084" cy="7341042"/>
          </a:xfrm>
          <a:prstGeom prst="rect">
            <a:avLst/>
          </a:prstGeom>
          <a:solidFill>
            <a:schemeClr val="accent3">
              <a:lumMod val="60000"/>
              <a:lumOff val="4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56" name="四角形: 対角を切り取る 55">
            <a:extLst>
              <a:ext uri="{FF2B5EF4-FFF2-40B4-BE49-F238E27FC236}">
                <a16:creationId xmlns:a16="http://schemas.microsoft.com/office/drawing/2014/main" id="{93A74609-79DF-48E7-BAC6-337992C8DDE3}"/>
              </a:ext>
            </a:extLst>
          </p:cNvPr>
          <p:cNvSpPr/>
          <p:nvPr/>
        </p:nvSpPr>
        <p:spPr>
          <a:xfrm rot="16200000" flipV="1">
            <a:off x="7621852" y="5267460"/>
            <a:ext cx="271015" cy="451550"/>
          </a:xfrm>
          <a:prstGeom prst="snip2DiagRect">
            <a:avLst>
              <a:gd name="adj1" fmla="val 50000"/>
              <a:gd name="adj2" fmla="val 50000"/>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dirty="0"/>
          </a:p>
        </p:txBody>
      </p:sp>
      <p:sp>
        <p:nvSpPr>
          <p:cNvPr id="57" name="四角形: 対角を切り取る 56">
            <a:extLst>
              <a:ext uri="{FF2B5EF4-FFF2-40B4-BE49-F238E27FC236}">
                <a16:creationId xmlns:a16="http://schemas.microsoft.com/office/drawing/2014/main" id="{BD61280E-E3A2-4FC1-9D19-9059BE11993D}"/>
              </a:ext>
            </a:extLst>
          </p:cNvPr>
          <p:cNvSpPr/>
          <p:nvPr/>
        </p:nvSpPr>
        <p:spPr>
          <a:xfrm rot="16200000" flipV="1">
            <a:off x="7196017" y="5281327"/>
            <a:ext cx="271015" cy="451550"/>
          </a:xfrm>
          <a:prstGeom prst="snip2DiagRect">
            <a:avLst>
              <a:gd name="adj1" fmla="val 50000"/>
              <a:gd name="adj2" fmla="val 50000"/>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dirty="0"/>
          </a:p>
        </p:txBody>
      </p:sp>
      <p:sp>
        <p:nvSpPr>
          <p:cNvPr id="58" name="四角形: 対角を切り取る 57">
            <a:extLst>
              <a:ext uri="{FF2B5EF4-FFF2-40B4-BE49-F238E27FC236}">
                <a16:creationId xmlns:a16="http://schemas.microsoft.com/office/drawing/2014/main" id="{07B3267A-5C73-4F94-B908-A745697057EA}"/>
              </a:ext>
            </a:extLst>
          </p:cNvPr>
          <p:cNvSpPr/>
          <p:nvPr/>
        </p:nvSpPr>
        <p:spPr>
          <a:xfrm rot="16200000" flipV="1">
            <a:off x="6747791" y="5281327"/>
            <a:ext cx="271015" cy="451550"/>
          </a:xfrm>
          <a:prstGeom prst="snip2DiagRect">
            <a:avLst>
              <a:gd name="adj1" fmla="val 50000"/>
              <a:gd name="adj2" fmla="val 50000"/>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dirty="0"/>
          </a:p>
        </p:txBody>
      </p:sp>
      <p:sp>
        <p:nvSpPr>
          <p:cNvPr id="59" name="四角形: 対角を切り取る 58">
            <a:extLst>
              <a:ext uri="{FF2B5EF4-FFF2-40B4-BE49-F238E27FC236}">
                <a16:creationId xmlns:a16="http://schemas.microsoft.com/office/drawing/2014/main" id="{CF678B80-08A5-4738-9087-E49E69AB0277}"/>
              </a:ext>
            </a:extLst>
          </p:cNvPr>
          <p:cNvSpPr/>
          <p:nvPr/>
        </p:nvSpPr>
        <p:spPr>
          <a:xfrm rot="16200000" flipV="1">
            <a:off x="6294578" y="5267460"/>
            <a:ext cx="271015" cy="451550"/>
          </a:xfrm>
          <a:prstGeom prst="snip2DiagRect">
            <a:avLst>
              <a:gd name="adj1" fmla="val 50000"/>
              <a:gd name="adj2" fmla="val 50000"/>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dirty="0"/>
          </a:p>
        </p:txBody>
      </p:sp>
      <p:sp>
        <p:nvSpPr>
          <p:cNvPr id="60" name="四角形: 対角を切り取る 59">
            <a:extLst>
              <a:ext uri="{FF2B5EF4-FFF2-40B4-BE49-F238E27FC236}">
                <a16:creationId xmlns:a16="http://schemas.microsoft.com/office/drawing/2014/main" id="{73FD9320-1DC0-4ADE-BFD7-FEAD3D89C31B}"/>
              </a:ext>
            </a:extLst>
          </p:cNvPr>
          <p:cNvSpPr/>
          <p:nvPr/>
        </p:nvSpPr>
        <p:spPr>
          <a:xfrm rot="16200000" flipV="1">
            <a:off x="5868743" y="5281327"/>
            <a:ext cx="271015" cy="451550"/>
          </a:xfrm>
          <a:prstGeom prst="snip2DiagRect">
            <a:avLst>
              <a:gd name="adj1" fmla="val 50000"/>
              <a:gd name="adj2" fmla="val 50000"/>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dirty="0"/>
          </a:p>
        </p:txBody>
      </p:sp>
      <p:sp>
        <p:nvSpPr>
          <p:cNvPr id="61" name="四角形: 対角を切り取る 60">
            <a:extLst>
              <a:ext uri="{FF2B5EF4-FFF2-40B4-BE49-F238E27FC236}">
                <a16:creationId xmlns:a16="http://schemas.microsoft.com/office/drawing/2014/main" id="{4D3EBAC5-BE33-43A8-954A-42BD782ADC63}"/>
              </a:ext>
            </a:extLst>
          </p:cNvPr>
          <p:cNvSpPr/>
          <p:nvPr/>
        </p:nvSpPr>
        <p:spPr>
          <a:xfrm rot="16200000" flipV="1">
            <a:off x="5420517" y="5281327"/>
            <a:ext cx="271015" cy="451550"/>
          </a:xfrm>
          <a:prstGeom prst="snip2DiagRect">
            <a:avLst>
              <a:gd name="adj1" fmla="val 50000"/>
              <a:gd name="adj2" fmla="val 50000"/>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dirty="0"/>
          </a:p>
        </p:txBody>
      </p:sp>
      <p:sp>
        <p:nvSpPr>
          <p:cNvPr id="62" name="四角形: 対角を切り取る 61">
            <a:extLst>
              <a:ext uri="{FF2B5EF4-FFF2-40B4-BE49-F238E27FC236}">
                <a16:creationId xmlns:a16="http://schemas.microsoft.com/office/drawing/2014/main" id="{C7531B70-D659-43E0-89E4-B96CC3A7477C}"/>
              </a:ext>
            </a:extLst>
          </p:cNvPr>
          <p:cNvSpPr/>
          <p:nvPr/>
        </p:nvSpPr>
        <p:spPr>
          <a:xfrm rot="16200000" flipV="1">
            <a:off x="4968135" y="5277048"/>
            <a:ext cx="271015" cy="451550"/>
          </a:xfrm>
          <a:prstGeom prst="snip2DiagRect">
            <a:avLst>
              <a:gd name="adj1" fmla="val 50000"/>
              <a:gd name="adj2" fmla="val 50000"/>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dirty="0"/>
          </a:p>
        </p:txBody>
      </p:sp>
      <p:sp>
        <p:nvSpPr>
          <p:cNvPr id="63" name="四角形: 対角を切り取る 62">
            <a:extLst>
              <a:ext uri="{FF2B5EF4-FFF2-40B4-BE49-F238E27FC236}">
                <a16:creationId xmlns:a16="http://schemas.microsoft.com/office/drawing/2014/main" id="{C0CB43C8-8064-4777-975D-3048954C6839}"/>
              </a:ext>
            </a:extLst>
          </p:cNvPr>
          <p:cNvSpPr/>
          <p:nvPr/>
        </p:nvSpPr>
        <p:spPr>
          <a:xfrm rot="16200000" flipV="1">
            <a:off x="4542300" y="5290915"/>
            <a:ext cx="271015" cy="451550"/>
          </a:xfrm>
          <a:prstGeom prst="snip2DiagRect">
            <a:avLst>
              <a:gd name="adj1" fmla="val 50000"/>
              <a:gd name="adj2" fmla="val 50000"/>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dirty="0"/>
          </a:p>
        </p:txBody>
      </p:sp>
      <p:sp>
        <p:nvSpPr>
          <p:cNvPr id="64" name="四角形: 対角を切り取る 63">
            <a:extLst>
              <a:ext uri="{FF2B5EF4-FFF2-40B4-BE49-F238E27FC236}">
                <a16:creationId xmlns:a16="http://schemas.microsoft.com/office/drawing/2014/main" id="{A7647504-4BB7-4E8C-885F-DDE4306770B6}"/>
              </a:ext>
            </a:extLst>
          </p:cNvPr>
          <p:cNvSpPr/>
          <p:nvPr/>
        </p:nvSpPr>
        <p:spPr>
          <a:xfrm rot="16200000" flipV="1">
            <a:off x="4094074" y="5290915"/>
            <a:ext cx="271015" cy="451550"/>
          </a:xfrm>
          <a:prstGeom prst="snip2DiagRect">
            <a:avLst>
              <a:gd name="adj1" fmla="val 50000"/>
              <a:gd name="adj2" fmla="val 50000"/>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dirty="0"/>
          </a:p>
        </p:txBody>
      </p:sp>
      <p:sp>
        <p:nvSpPr>
          <p:cNvPr id="65" name="四角形: 対角を切り取る 64">
            <a:extLst>
              <a:ext uri="{FF2B5EF4-FFF2-40B4-BE49-F238E27FC236}">
                <a16:creationId xmlns:a16="http://schemas.microsoft.com/office/drawing/2014/main" id="{E4051AEF-D0B3-43EE-BC42-05167C27286A}"/>
              </a:ext>
            </a:extLst>
          </p:cNvPr>
          <p:cNvSpPr/>
          <p:nvPr/>
        </p:nvSpPr>
        <p:spPr>
          <a:xfrm rot="16200000" flipV="1">
            <a:off x="3634693" y="5277047"/>
            <a:ext cx="271015" cy="451550"/>
          </a:xfrm>
          <a:prstGeom prst="snip2DiagRect">
            <a:avLst>
              <a:gd name="adj1" fmla="val 50000"/>
              <a:gd name="adj2" fmla="val 50000"/>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dirty="0"/>
          </a:p>
        </p:txBody>
      </p:sp>
      <p:sp>
        <p:nvSpPr>
          <p:cNvPr id="66" name="四角形: 対角を切り取る 65">
            <a:extLst>
              <a:ext uri="{FF2B5EF4-FFF2-40B4-BE49-F238E27FC236}">
                <a16:creationId xmlns:a16="http://schemas.microsoft.com/office/drawing/2014/main" id="{0A72193B-06A2-40A2-BB27-A5C3A62B384A}"/>
              </a:ext>
            </a:extLst>
          </p:cNvPr>
          <p:cNvSpPr/>
          <p:nvPr/>
        </p:nvSpPr>
        <p:spPr>
          <a:xfrm rot="16200000" flipV="1">
            <a:off x="3208858" y="5290914"/>
            <a:ext cx="271015" cy="451550"/>
          </a:xfrm>
          <a:prstGeom prst="snip2DiagRect">
            <a:avLst>
              <a:gd name="adj1" fmla="val 50000"/>
              <a:gd name="adj2" fmla="val 50000"/>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dirty="0"/>
          </a:p>
        </p:txBody>
      </p:sp>
      <p:sp>
        <p:nvSpPr>
          <p:cNvPr id="67" name="四角形: 対角を切り取る 66">
            <a:extLst>
              <a:ext uri="{FF2B5EF4-FFF2-40B4-BE49-F238E27FC236}">
                <a16:creationId xmlns:a16="http://schemas.microsoft.com/office/drawing/2014/main" id="{B66E2749-155B-45BF-A4B6-F2AA2B106243}"/>
              </a:ext>
            </a:extLst>
          </p:cNvPr>
          <p:cNvSpPr/>
          <p:nvPr/>
        </p:nvSpPr>
        <p:spPr>
          <a:xfrm rot="16200000" flipV="1">
            <a:off x="2760632" y="5290914"/>
            <a:ext cx="271015" cy="451550"/>
          </a:xfrm>
          <a:prstGeom prst="snip2DiagRect">
            <a:avLst>
              <a:gd name="adj1" fmla="val 50000"/>
              <a:gd name="adj2" fmla="val 50000"/>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dirty="0"/>
          </a:p>
        </p:txBody>
      </p:sp>
      <p:sp>
        <p:nvSpPr>
          <p:cNvPr id="68" name="四角形: 対角を切り取る 67">
            <a:extLst>
              <a:ext uri="{FF2B5EF4-FFF2-40B4-BE49-F238E27FC236}">
                <a16:creationId xmlns:a16="http://schemas.microsoft.com/office/drawing/2014/main" id="{74A42A32-5DC1-4EDC-9607-0A5E3443BE29}"/>
              </a:ext>
            </a:extLst>
          </p:cNvPr>
          <p:cNvSpPr/>
          <p:nvPr/>
        </p:nvSpPr>
        <p:spPr>
          <a:xfrm rot="16200000" flipV="1">
            <a:off x="2310744" y="5288462"/>
            <a:ext cx="271015" cy="451550"/>
          </a:xfrm>
          <a:prstGeom prst="snip2DiagRect">
            <a:avLst>
              <a:gd name="adj1" fmla="val 50000"/>
              <a:gd name="adj2" fmla="val 50000"/>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dirty="0"/>
          </a:p>
        </p:txBody>
      </p:sp>
      <p:sp>
        <p:nvSpPr>
          <p:cNvPr id="69" name="四角形: 対角を切り取る 68">
            <a:extLst>
              <a:ext uri="{FF2B5EF4-FFF2-40B4-BE49-F238E27FC236}">
                <a16:creationId xmlns:a16="http://schemas.microsoft.com/office/drawing/2014/main" id="{6813A2AB-C5BF-461E-8EA0-98DF1C2D95DC}"/>
              </a:ext>
            </a:extLst>
          </p:cNvPr>
          <p:cNvSpPr/>
          <p:nvPr/>
        </p:nvSpPr>
        <p:spPr>
          <a:xfrm rot="16200000" flipV="1">
            <a:off x="1884909" y="5302329"/>
            <a:ext cx="271015" cy="451550"/>
          </a:xfrm>
          <a:prstGeom prst="snip2DiagRect">
            <a:avLst>
              <a:gd name="adj1" fmla="val 50000"/>
              <a:gd name="adj2" fmla="val 50000"/>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dirty="0"/>
          </a:p>
        </p:txBody>
      </p:sp>
      <p:sp>
        <p:nvSpPr>
          <p:cNvPr id="70" name="四角形: 対角を切り取る 69">
            <a:extLst>
              <a:ext uri="{FF2B5EF4-FFF2-40B4-BE49-F238E27FC236}">
                <a16:creationId xmlns:a16="http://schemas.microsoft.com/office/drawing/2014/main" id="{5EE68A20-509F-49B9-8C9B-590201FF411B}"/>
              </a:ext>
            </a:extLst>
          </p:cNvPr>
          <p:cNvSpPr/>
          <p:nvPr/>
        </p:nvSpPr>
        <p:spPr>
          <a:xfrm rot="16200000" flipV="1">
            <a:off x="1436683" y="5302329"/>
            <a:ext cx="271015" cy="451550"/>
          </a:xfrm>
          <a:prstGeom prst="snip2DiagRect">
            <a:avLst>
              <a:gd name="adj1" fmla="val 50000"/>
              <a:gd name="adj2" fmla="val 50000"/>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dirty="0"/>
          </a:p>
        </p:txBody>
      </p:sp>
      <p:sp>
        <p:nvSpPr>
          <p:cNvPr id="71" name="四角形: 対角を切り取る 70">
            <a:extLst>
              <a:ext uri="{FF2B5EF4-FFF2-40B4-BE49-F238E27FC236}">
                <a16:creationId xmlns:a16="http://schemas.microsoft.com/office/drawing/2014/main" id="{6A137339-01A7-4F04-B6D0-916C9509C882}"/>
              </a:ext>
            </a:extLst>
          </p:cNvPr>
          <p:cNvSpPr/>
          <p:nvPr/>
        </p:nvSpPr>
        <p:spPr>
          <a:xfrm rot="16200000" flipV="1">
            <a:off x="978827" y="5302328"/>
            <a:ext cx="271015" cy="451550"/>
          </a:xfrm>
          <a:prstGeom prst="snip2DiagRect">
            <a:avLst>
              <a:gd name="adj1" fmla="val 50000"/>
              <a:gd name="adj2" fmla="val 50000"/>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dirty="0"/>
          </a:p>
        </p:txBody>
      </p:sp>
      <p:sp>
        <p:nvSpPr>
          <p:cNvPr id="19" name="四角形: 角度付き 18">
            <a:extLst>
              <a:ext uri="{FF2B5EF4-FFF2-40B4-BE49-F238E27FC236}">
                <a16:creationId xmlns:a16="http://schemas.microsoft.com/office/drawing/2014/main" id="{BF05D8C4-EE1D-4D1D-BA3D-57A6F44AED0F}"/>
              </a:ext>
            </a:extLst>
          </p:cNvPr>
          <p:cNvSpPr/>
          <p:nvPr/>
        </p:nvSpPr>
        <p:spPr>
          <a:xfrm>
            <a:off x="1680331" y="5904302"/>
            <a:ext cx="2431616" cy="583105"/>
          </a:xfrm>
          <a:prstGeom prst="beve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t>ＲＥＴＲＹ</a:t>
            </a:r>
            <a:endParaRPr kumimoji="1" lang="ja-JP" altLang="en-US" dirty="0"/>
          </a:p>
        </p:txBody>
      </p:sp>
      <p:sp>
        <p:nvSpPr>
          <p:cNvPr id="72" name="四角形: 角度付き 71">
            <a:extLst>
              <a:ext uri="{FF2B5EF4-FFF2-40B4-BE49-F238E27FC236}">
                <a16:creationId xmlns:a16="http://schemas.microsoft.com/office/drawing/2014/main" id="{51D815B3-2AB1-4F59-B110-301F12191E49}"/>
              </a:ext>
            </a:extLst>
          </p:cNvPr>
          <p:cNvSpPr/>
          <p:nvPr/>
        </p:nvSpPr>
        <p:spPr>
          <a:xfrm>
            <a:off x="5441715" y="5911990"/>
            <a:ext cx="2431616" cy="583105"/>
          </a:xfrm>
          <a:prstGeom prst="beve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t>ＴＩＴＬＥ</a:t>
            </a:r>
          </a:p>
        </p:txBody>
      </p:sp>
      <p:pic>
        <p:nvPicPr>
          <p:cNvPr id="36" name="図 35">
            <a:extLst>
              <a:ext uri="{FF2B5EF4-FFF2-40B4-BE49-F238E27FC236}">
                <a16:creationId xmlns:a16="http://schemas.microsoft.com/office/drawing/2014/main" id="{1E984F7D-98DC-4F9D-86A3-19BB29404B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84087" y="3099529"/>
            <a:ext cx="1132475" cy="849356"/>
          </a:xfrm>
          <a:prstGeom prst="rect">
            <a:avLst/>
          </a:prstGeom>
        </p:spPr>
      </p:pic>
      <p:pic>
        <p:nvPicPr>
          <p:cNvPr id="37" name="図 36">
            <a:extLst>
              <a:ext uri="{FF2B5EF4-FFF2-40B4-BE49-F238E27FC236}">
                <a16:creationId xmlns:a16="http://schemas.microsoft.com/office/drawing/2014/main" id="{C750E5BA-66D4-4ACC-9A98-2BD3373C8E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97795" y="2721154"/>
            <a:ext cx="1455848" cy="1091886"/>
          </a:xfrm>
          <a:prstGeom prst="rect">
            <a:avLst/>
          </a:prstGeom>
        </p:spPr>
      </p:pic>
      <p:pic>
        <p:nvPicPr>
          <p:cNvPr id="38" name="図 37">
            <a:extLst>
              <a:ext uri="{FF2B5EF4-FFF2-40B4-BE49-F238E27FC236}">
                <a16:creationId xmlns:a16="http://schemas.microsoft.com/office/drawing/2014/main" id="{85A70472-C040-4E9D-92F7-B67C840FAC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86873" y="2891721"/>
            <a:ext cx="1764268" cy="1323202"/>
          </a:xfrm>
          <a:prstGeom prst="rect">
            <a:avLst/>
          </a:prstGeom>
        </p:spPr>
      </p:pic>
      <p:pic>
        <p:nvPicPr>
          <p:cNvPr id="39" name="図 38">
            <a:extLst>
              <a:ext uri="{FF2B5EF4-FFF2-40B4-BE49-F238E27FC236}">
                <a16:creationId xmlns:a16="http://schemas.microsoft.com/office/drawing/2014/main" id="{7E3530E4-89C4-4499-99C9-B14C4E6A94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19099" y="3619169"/>
            <a:ext cx="1132475" cy="849356"/>
          </a:xfrm>
          <a:prstGeom prst="rect">
            <a:avLst/>
          </a:prstGeom>
        </p:spPr>
      </p:pic>
      <p:pic>
        <p:nvPicPr>
          <p:cNvPr id="40" name="図 39">
            <a:extLst>
              <a:ext uri="{FF2B5EF4-FFF2-40B4-BE49-F238E27FC236}">
                <a16:creationId xmlns:a16="http://schemas.microsoft.com/office/drawing/2014/main" id="{634C5773-E749-42D1-8FBE-9AE0A29FD7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68883" y="2417741"/>
            <a:ext cx="1132475" cy="849356"/>
          </a:xfrm>
          <a:prstGeom prst="rect">
            <a:avLst/>
          </a:prstGeom>
        </p:spPr>
      </p:pic>
    </p:spTree>
    <p:extLst>
      <p:ext uri="{BB962C8B-B14F-4D97-AF65-F5344CB8AC3E}">
        <p14:creationId xmlns:p14="http://schemas.microsoft.com/office/powerpoint/2010/main" val="37697963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5BE8764-D30F-47CF-B9AF-8DC92DBFC77D}"/>
              </a:ext>
            </a:extLst>
          </p:cNvPr>
          <p:cNvSpPr>
            <a:spLocks noGrp="1"/>
          </p:cNvSpPr>
          <p:nvPr>
            <p:ph type="title"/>
          </p:nvPr>
        </p:nvSpPr>
        <p:spPr/>
        <p:txBody>
          <a:bodyPr/>
          <a:lstStyle/>
          <a:p>
            <a:r>
              <a:rPr kumimoji="1" lang="ja-JP" altLang="en-US" dirty="0"/>
              <a:t>詳細仕様書</a:t>
            </a:r>
          </a:p>
        </p:txBody>
      </p:sp>
      <p:sp>
        <p:nvSpPr>
          <p:cNvPr id="3" name="コンテンツ プレースホルダー 2">
            <a:extLst>
              <a:ext uri="{FF2B5EF4-FFF2-40B4-BE49-F238E27FC236}">
                <a16:creationId xmlns:a16="http://schemas.microsoft.com/office/drawing/2014/main" id="{FA16B18A-0AD0-4EA5-A0FD-B3C45C093AE3}"/>
              </a:ext>
            </a:extLst>
          </p:cNvPr>
          <p:cNvSpPr>
            <a:spLocks noGrp="1"/>
          </p:cNvSpPr>
          <p:nvPr>
            <p:ph idx="1"/>
          </p:nvPr>
        </p:nvSpPr>
        <p:spPr/>
        <p:txBody>
          <a:bodyPr>
            <a:normAutofit fontScale="77500" lnSpcReduction="20000"/>
          </a:bodyPr>
          <a:lstStyle/>
          <a:p>
            <a:r>
              <a:rPr kumimoji="1" lang="ja-JP" altLang="en-US" dirty="0"/>
              <a:t>２１</a:t>
            </a:r>
            <a:r>
              <a:rPr kumimoji="1" lang="en-US" altLang="ja-JP" dirty="0"/>
              <a:t>P</a:t>
            </a:r>
            <a:r>
              <a:rPr kumimoji="1" lang="ja-JP" altLang="en-US" dirty="0"/>
              <a:t>　</a:t>
            </a:r>
            <a:r>
              <a:rPr kumimoji="1" lang="ja-JP" altLang="en-US" dirty="0">
                <a:hlinkClick r:id="rId2" action="ppaction://hlinksldjump"/>
              </a:rPr>
              <a:t>タイトル画面　　　　　　</a:t>
            </a:r>
            <a:r>
              <a:rPr kumimoji="1" lang="ja-JP" altLang="en-US" dirty="0"/>
              <a:t>３３</a:t>
            </a:r>
            <a:r>
              <a:rPr kumimoji="1" lang="en-US" altLang="ja-JP" dirty="0"/>
              <a:t>P</a:t>
            </a:r>
            <a:r>
              <a:rPr kumimoji="1" lang="ja-JP" altLang="en-US" dirty="0"/>
              <a:t>　</a:t>
            </a:r>
            <a:r>
              <a:rPr lang="ja-JP" altLang="en-US" dirty="0">
                <a:hlinkClick r:id="rId3" action="ppaction://hlinksldjump"/>
              </a:rPr>
              <a:t>ゲーム開始（スコア基本点）</a:t>
            </a:r>
            <a:endParaRPr kumimoji="1" lang="en-US" altLang="ja-JP" dirty="0"/>
          </a:p>
          <a:p>
            <a:r>
              <a:rPr lang="ja-JP" altLang="en-US" dirty="0"/>
              <a:t>２２</a:t>
            </a:r>
            <a:r>
              <a:rPr lang="en-US" altLang="ja-JP" dirty="0"/>
              <a:t>P</a:t>
            </a:r>
            <a:r>
              <a:rPr lang="ja-JP" altLang="en-US" dirty="0"/>
              <a:t>　</a:t>
            </a:r>
            <a:r>
              <a:rPr kumimoji="1" lang="ja-JP" altLang="en-US" dirty="0">
                <a:hlinkClick r:id="rId4" action="ppaction://hlinksldjump"/>
              </a:rPr>
              <a:t>設定画面　　　　　　　　</a:t>
            </a:r>
            <a:r>
              <a:rPr kumimoji="1" lang="ja-JP" altLang="en-US" dirty="0"/>
              <a:t>３４</a:t>
            </a:r>
            <a:r>
              <a:rPr kumimoji="1" lang="en-US" altLang="ja-JP" dirty="0"/>
              <a:t>P</a:t>
            </a:r>
            <a:r>
              <a:rPr kumimoji="1" lang="ja-JP" altLang="en-US" dirty="0"/>
              <a:t>　</a:t>
            </a:r>
            <a:r>
              <a:rPr lang="ja-JP" altLang="en-US" dirty="0">
                <a:hlinkClick r:id="rId5" action="ppaction://hlinksldjump"/>
              </a:rPr>
              <a:t>ゲーム開始（スコア倍率点）</a:t>
            </a:r>
            <a:endParaRPr lang="en-US" altLang="ja-JP" dirty="0"/>
          </a:p>
          <a:p>
            <a:r>
              <a:rPr kumimoji="1" lang="ja-JP" altLang="en-US" dirty="0"/>
              <a:t>２３</a:t>
            </a:r>
            <a:r>
              <a:rPr kumimoji="1" lang="en-US" altLang="ja-JP" dirty="0"/>
              <a:t>P</a:t>
            </a:r>
            <a:r>
              <a:rPr kumimoji="1" lang="ja-JP" altLang="en-US" dirty="0"/>
              <a:t>　</a:t>
            </a:r>
            <a:r>
              <a:rPr kumimoji="1" lang="ja-JP" altLang="en-US" dirty="0">
                <a:hlinkClick r:id="rId6" action="ppaction://hlinksldjump"/>
              </a:rPr>
              <a:t>ゲーム画面（</a:t>
            </a:r>
            <a:r>
              <a:rPr kumimoji="1" lang="en-US" altLang="ja-JP" dirty="0">
                <a:hlinkClick r:id="rId6" action="ppaction://hlinksldjump"/>
              </a:rPr>
              <a:t>UI</a:t>
            </a:r>
            <a:r>
              <a:rPr kumimoji="1" lang="ja-JP" altLang="en-US" dirty="0">
                <a:hlinkClick r:id="rId6" action="ppaction://hlinksldjump"/>
              </a:rPr>
              <a:t>）　　　　</a:t>
            </a:r>
            <a:r>
              <a:rPr kumimoji="1" lang="ja-JP" altLang="en-US" dirty="0"/>
              <a:t>３５</a:t>
            </a:r>
            <a:r>
              <a:rPr kumimoji="1" lang="en-US" altLang="ja-JP" dirty="0"/>
              <a:t>P</a:t>
            </a:r>
            <a:r>
              <a:rPr kumimoji="1" lang="ja-JP" altLang="en-US" dirty="0"/>
              <a:t>　</a:t>
            </a:r>
            <a:r>
              <a:rPr lang="ja-JP" altLang="en-US" dirty="0">
                <a:hlinkClick r:id="rId7" action="ppaction://hlinksldjump"/>
              </a:rPr>
              <a:t>ゲーム開始（時空間移動）</a:t>
            </a:r>
            <a:endParaRPr kumimoji="1" lang="en-US" altLang="ja-JP" dirty="0"/>
          </a:p>
          <a:p>
            <a:r>
              <a:rPr lang="ja-JP" altLang="en-US" dirty="0"/>
              <a:t>２４</a:t>
            </a:r>
            <a:r>
              <a:rPr lang="en-US" altLang="ja-JP" dirty="0"/>
              <a:t>P</a:t>
            </a:r>
            <a:r>
              <a:rPr lang="ja-JP" altLang="en-US" dirty="0"/>
              <a:t>　</a:t>
            </a:r>
            <a:r>
              <a:rPr kumimoji="1" lang="ja-JP" altLang="en-US" dirty="0">
                <a:hlinkClick r:id="rId8" action="ppaction://hlinksldjump"/>
              </a:rPr>
              <a:t>ゲーム画面（ボス①）　　</a:t>
            </a:r>
            <a:r>
              <a:rPr kumimoji="1" lang="ja-JP" altLang="en-US" dirty="0"/>
              <a:t>３６</a:t>
            </a:r>
            <a:r>
              <a:rPr kumimoji="1" lang="en-US" altLang="ja-JP" dirty="0"/>
              <a:t>P</a:t>
            </a:r>
            <a:r>
              <a:rPr kumimoji="1" lang="ja-JP" altLang="en-US" dirty="0"/>
              <a:t>　</a:t>
            </a:r>
            <a:r>
              <a:rPr lang="ja-JP" altLang="en-US" dirty="0">
                <a:hlinkClick r:id="rId9" action="ppaction://hlinksldjump"/>
              </a:rPr>
              <a:t>ゲームクリア</a:t>
            </a:r>
            <a:endParaRPr lang="en-US" altLang="ja-JP" dirty="0"/>
          </a:p>
          <a:p>
            <a:r>
              <a:rPr kumimoji="1" lang="ja-JP" altLang="en-US" dirty="0"/>
              <a:t>２５</a:t>
            </a:r>
            <a:r>
              <a:rPr kumimoji="1" lang="en-US" altLang="ja-JP" dirty="0"/>
              <a:t>P</a:t>
            </a:r>
            <a:r>
              <a:rPr kumimoji="1" lang="ja-JP" altLang="en-US" dirty="0"/>
              <a:t>　</a:t>
            </a:r>
            <a:r>
              <a:rPr kumimoji="1" lang="ja-JP" altLang="en-US" dirty="0">
                <a:hlinkClick r:id="rId10" action="ppaction://hlinksldjump"/>
              </a:rPr>
              <a:t>ゲーム画面（ボス②）　　</a:t>
            </a:r>
            <a:r>
              <a:rPr kumimoji="1" lang="ja-JP" altLang="en-US" dirty="0"/>
              <a:t>３７</a:t>
            </a:r>
            <a:r>
              <a:rPr kumimoji="1" lang="en-US" altLang="ja-JP" dirty="0"/>
              <a:t>P</a:t>
            </a:r>
            <a:r>
              <a:rPr kumimoji="1" lang="ja-JP" altLang="en-US" dirty="0"/>
              <a:t>　</a:t>
            </a:r>
            <a:r>
              <a:rPr kumimoji="1" lang="ja-JP" altLang="en-US" dirty="0">
                <a:hlinkClick r:id="rId11" action="ppaction://hlinksldjump"/>
              </a:rPr>
              <a:t>ゲームオーバー</a:t>
            </a:r>
            <a:endParaRPr kumimoji="1" lang="en-US" altLang="ja-JP" dirty="0"/>
          </a:p>
          <a:p>
            <a:r>
              <a:rPr lang="ja-JP" altLang="en-US" dirty="0"/>
              <a:t>２６</a:t>
            </a:r>
            <a:r>
              <a:rPr lang="en-US" altLang="ja-JP" dirty="0"/>
              <a:t>P</a:t>
            </a:r>
            <a:r>
              <a:rPr lang="ja-JP" altLang="en-US" dirty="0"/>
              <a:t>　</a:t>
            </a:r>
            <a:r>
              <a:rPr kumimoji="1" lang="ja-JP" altLang="en-US" dirty="0">
                <a:hlinkClick r:id="rId12" action="ppaction://hlinksldjump"/>
              </a:rPr>
              <a:t>ゲーム画面（アイテム）</a:t>
            </a:r>
            <a:endParaRPr lang="en-US" altLang="ja-JP" dirty="0"/>
          </a:p>
          <a:p>
            <a:r>
              <a:rPr kumimoji="1" lang="ja-JP" altLang="en-US" dirty="0"/>
              <a:t>２７</a:t>
            </a:r>
            <a:r>
              <a:rPr kumimoji="1" lang="en-US" altLang="ja-JP" dirty="0"/>
              <a:t>P</a:t>
            </a:r>
            <a:r>
              <a:rPr kumimoji="1" lang="ja-JP" altLang="en-US" dirty="0"/>
              <a:t>　</a:t>
            </a:r>
            <a:r>
              <a:rPr lang="ja-JP" altLang="en-US" dirty="0">
                <a:hlinkClick r:id="rId13" action="ppaction://hlinksldjump"/>
              </a:rPr>
              <a:t>ゲーム開始（敵１）</a:t>
            </a:r>
            <a:endParaRPr kumimoji="1" lang="en-US" altLang="ja-JP" dirty="0"/>
          </a:p>
          <a:p>
            <a:r>
              <a:rPr lang="ja-JP" altLang="en-US" dirty="0"/>
              <a:t>２８</a:t>
            </a:r>
            <a:r>
              <a:rPr lang="en-US" altLang="ja-JP" dirty="0"/>
              <a:t>P</a:t>
            </a:r>
            <a:r>
              <a:rPr lang="ja-JP" altLang="en-US" dirty="0"/>
              <a:t>　</a:t>
            </a:r>
            <a:r>
              <a:rPr lang="ja-JP" altLang="en-US" dirty="0">
                <a:hlinkClick r:id="rId14" action="ppaction://hlinksldjump"/>
              </a:rPr>
              <a:t>ゲーム開始（敵２）</a:t>
            </a:r>
            <a:endParaRPr lang="en-US" altLang="ja-JP" dirty="0"/>
          </a:p>
          <a:p>
            <a:r>
              <a:rPr kumimoji="1" lang="ja-JP" altLang="en-US" dirty="0"/>
              <a:t>２９</a:t>
            </a:r>
            <a:r>
              <a:rPr kumimoji="1" lang="en-US" altLang="ja-JP" dirty="0"/>
              <a:t>P</a:t>
            </a:r>
            <a:r>
              <a:rPr kumimoji="1" lang="ja-JP" altLang="en-US" dirty="0"/>
              <a:t>　</a:t>
            </a:r>
            <a:r>
              <a:rPr lang="ja-JP" altLang="en-US" dirty="0">
                <a:hlinkClick r:id="rId15" action="ppaction://hlinksldjump"/>
              </a:rPr>
              <a:t>ゲーム開始（敵３）</a:t>
            </a:r>
            <a:endParaRPr kumimoji="1" lang="en-US" altLang="ja-JP" dirty="0"/>
          </a:p>
          <a:p>
            <a:r>
              <a:rPr lang="ja-JP" altLang="en-US" dirty="0"/>
              <a:t>３０</a:t>
            </a:r>
            <a:r>
              <a:rPr lang="en-US" altLang="ja-JP" dirty="0"/>
              <a:t>P</a:t>
            </a:r>
            <a:r>
              <a:rPr lang="ja-JP" altLang="en-US" dirty="0"/>
              <a:t>　</a:t>
            </a:r>
            <a:r>
              <a:rPr lang="ja-JP" altLang="en-US" dirty="0">
                <a:hlinkClick r:id="rId16" action="ppaction://hlinksldjump"/>
              </a:rPr>
              <a:t>ゲーム開始（敵４）　</a:t>
            </a:r>
            <a:r>
              <a:rPr lang="ja-JP" altLang="en-US" dirty="0"/>
              <a:t>　　　　その他</a:t>
            </a:r>
            <a:endParaRPr lang="en-US" altLang="ja-JP" dirty="0"/>
          </a:p>
          <a:p>
            <a:r>
              <a:rPr kumimoji="1" lang="ja-JP" altLang="en-US" dirty="0"/>
              <a:t>３１</a:t>
            </a:r>
            <a:r>
              <a:rPr kumimoji="1" lang="en-US" altLang="ja-JP" dirty="0"/>
              <a:t>P</a:t>
            </a:r>
            <a:r>
              <a:rPr kumimoji="1" lang="ja-JP" altLang="en-US" dirty="0"/>
              <a:t>　</a:t>
            </a:r>
            <a:r>
              <a:rPr lang="ja-JP" altLang="en-US" dirty="0">
                <a:hlinkClick r:id="rId17" action="ppaction://hlinksldjump"/>
              </a:rPr>
              <a:t>ゲーム開始（敵５）</a:t>
            </a:r>
            <a:r>
              <a:rPr lang="ja-JP" altLang="en-US" dirty="0"/>
              <a:t>　　　　　</a:t>
            </a:r>
            <a:r>
              <a:rPr lang="ja-JP" altLang="en-US" dirty="0">
                <a:hlinkClick r:id="rId18" action="ppaction://hlinksldjump"/>
              </a:rPr>
              <a:t>仕様書</a:t>
            </a:r>
            <a:endParaRPr kumimoji="1" lang="en-US" altLang="ja-JP" dirty="0"/>
          </a:p>
          <a:p>
            <a:r>
              <a:rPr lang="ja-JP" altLang="en-US" dirty="0"/>
              <a:t>３２</a:t>
            </a:r>
            <a:r>
              <a:rPr lang="en-US" altLang="ja-JP" dirty="0"/>
              <a:t>P</a:t>
            </a:r>
            <a:r>
              <a:rPr lang="ja-JP" altLang="en-US" dirty="0"/>
              <a:t>　</a:t>
            </a:r>
            <a:r>
              <a:rPr lang="ja-JP" altLang="en-US" dirty="0">
                <a:hlinkClick r:id="rId19" action="ppaction://hlinksldjump"/>
              </a:rPr>
              <a:t>ゲーム開始（プレイヤー）　　</a:t>
            </a:r>
            <a:r>
              <a:rPr lang="ja-JP" altLang="en-US" dirty="0">
                <a:hlinkClick r:id="rId20" action="ppaction://hlinksldjump"/>
              </a:rPr>
              <a:t>全体的に必要なこと</a:t>
            </a:r>
            <a:endParaRPr lang="en-US" altLang="ja-JP" dirty="0"/>
          </a:p>
        </p:txBody>
      </p:sp>
    </p:spTree>
    <p:extLst>
      <p:ext uri="{BB962C8B-B14F-4D97-AF65-F5344CB8AC3E}">
        <p14:creationId xmlns:p14="http://schemas.microsoft.com/office/powerpoint/2010/main" val="23772417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8DC865F-1909-438A-B2FB-B0A0346253D9}"/>
              </a:ext>
            </a:extLst>
          </p:cNvPr>
          <p:cNvSpPr>
            <a:spLocks noGrp="1"/>
          </p:cNvSpPr>
          <p:nvPr>
            <p:ph type="title"/>
          </p:nvPr>
        </p:nvSpPr>
        <p:spPr/>
        <p:txBody>
          <a:bodyPr/>
          <a:lstStyle/>
          <a:p>
            <a:r>
              <a:rPr kumimoji="1" lang="ja-JP" altLang="en-US" dirty="0"/>
              <a:t>タイトル画面</a:t>
            </a:r>
          </a:p>
        </p:txBody>
      </p:sp>
      <p:pic>
        <p:nvPicPr>
          <p:cNvPr id="7" name="図 6">
            <a:extLst>
              <a:ext uri="{FF2B5EF4-FFF2-40B4-BE49-F238E27FC236}">
                <a16:creationId xmlns:a16="http://schemas.microsoft.com/office/drawing/2014/main" id="{D59F8B9B-267F-4F19-8052-D75AB4D44A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9702" y="2463631"/>
            <a:ext cx="7332596" cy="3754289"/>
          </a:xfrm>
          <a:prstGeom prst="rect">
            <a:avLst/>
          </a:prstGeom>
        </p:spPr>
      </p:pic>
      <p:sp>
        <p:nvSpPr>
          <p:cNvPr id="13" name="テキスト ボックス 12">
            <a:extLst>
              <a:ext uri="{FF2B5EF4-FFF2-40B4-BE49-F238E27FC236}">
                <a16:creationId xmlns:a16="http://schemas.microsoft.com/office/drawing/2014/main" id="{8EB20D5F-F7F1-453F-8689-3F05089F8C1F}"/>
              </a:ext>
            </a:extLst>
          </p:cNvPr>
          <p:cNvSpPr txBox="1"/>
          <p:nvPr/>
        </p:nvSpPr>
        <p:spPr>
          <a:xfrm>
            <a:off x="4084320" y="1690688"/>
            <a:ext cx="1818640" cy="523220"/>
          </a:xfrm>
          <a:prstGeom prst="rect">
            <a:avLst/>
          </a:prstGeom>
          <a:noFill/>
        </p:spPr>
        <p:txBody>
          <a:bodyPr wrap="square" rtlCol="0">
            <a:spAutoFit/>
          </a:bodyPr>
          <a:lstStyle/>
          <a:p>
            <a:r>
              <a:rPr kumimoji="1" lang="ja-JP" altLang="en-US" sz="2800" dirty="0"/>
              <a:t>タイトル</a:t>
            </a:r>
          </a:p>
        </p:txBody>
      </p:sp>
      <p:cxnSp>
        <p:nvCxnSpPr>
          <p:cNvPr id="16" name="直線コネクタ 15">
            <a:extLst>
              <a:ext uri="{FF2B5EF4-FFF2-40B4-BE49-F238E27FC236}">
                <a16:creationId xmlns:a16="http://schemas.microsoft.com/office/drawing/2014/main" id="{FC020AAC-F447-4640-9FCE-836958EBAF84}"/>
              </a:ext>
            </a:extLst>
          </p:cNvPr>
          <p:cNvCxnSpPr>
            <a:cxnSpLocks/>
          </p:cNvCxnSpPr>
          <p:nvPr/>
        </p:nvCxnSpPr>
        <p:spPr>
          <a:xfrm>
            <a:off x="5065491" y="2213908"/>
            <a:ext cx="837469" cy="732492"/>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cxnSp>
        <p:nvCxnSpPr>
          <p:cNvPr id="18" name="直線コネクタ 17">
            <a:extLst>
              <a:ext uri="{FF2B5EF4-FFF2-40B4-BE49-F238E27FC236}">
                <a16:creationId xmlns:a16="http://schemas.microsoft.com/office/drawing/2014/main" id="{E1CEBA06-181B-430D-8953-91FB1D06FD16}"/>
              </a:ext>
            </a:extLst>
          </p:cNvPr>
          <p:cNvCxnSpPr>
            <a:cxnSpLocks/>
          </p:cNvCxnSpPr>
          <p:nvPr/>
        </p:nvCxnSpPr>
        <p:spPr>
          <a:xfrm flipH="1">
            <a:off x="8239760" y="2213908"/>
            <a:ext cx="518160" cy="459065"/>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sp>
        <p:nvSpPr>
          <p:cNvPr id="19" name="テキスト ボックス 18">
            <a:extLst>
              <a:ext uri="{FF2B5EF4-FFF2-40B4-BE49-F238E27FC236}">
                <a16:creationId xmlns:a16="http://schemas.microsoft.com/office/drawing/2014/main" id="{DB4D1A95-89EF-41AB-ADC5-7CA5F56E48E1}"/>
              </a:ext>
            </a:extLst>
          </p:cNvPr>
          <p:cNvSpPr txBox="1"/>
          <p:nvPr/>
        </p:nvSpPr>
        <p:spPr>
          <a:xfrm>
            <a:off x="8493760" y="1704976"/>
            <a:ext cx="3789680" cy="1815882"/>
          </a:xfrm>
          <a:prstGeom prst="rect">
            <a:avLst/>
          </a:prstGeom>
          <a:noFill/>
        </p:spPr>
        <p:txBody>
          <a:bodyPr wrap="square" rtlCol="0">
            <a:spAutoFit/>
          </a:bodyPr>
          <a:lstStyle/>
          <a:p>
            <a:r>
              <a:rPr kumimoji="1" lang="ja-JP" altLang="en-US" sz="2800" dirty="0"/>
              <a:t>背景</a:t>
            </a:r>
            <a:endParaRPr kumimoji="1" lang="en-US" altLang="ja-JP" sz="2800" dirty="0"/>
          </a:p>
          <a:p>
            <a:r>
              <a:rPr kumimoji="1" lang="ja-JP" altLang="en-US" sz="2800" dirty="0"/>
              <a:t>（ゲーム開始すると宇宙船が発進する演出が欲しい）</a:t>
            </a:r>
          </a:p>
        </p:txBody>
      </p:sp>
      <p:cxnSp>
        <p:nvCxnSpPr>
          <p:cNvPr id="22" name="直線コネクタ 21">
            <a:extLst>
              <a:ext uri="{FF2B5EF4-FFF2-40B4-BE49-F238E27FC236}">
                <a16:creationId xmlns:a16="http://schemas.microsoft.com/office/drawing/2014/main" id="{D08AEEF4-3A21-47E3-82A0-5D9B4AAB0209}"/>
              </a:ext>
            </a:extLst>
          </p:cNvPr>
          <p:cNvCxnSpPr>
            <a:cxnSpLocks/>
          </p:cNvCxnSpPr>
          <p:nvPr/>
        </p:nvCxnSpPr>
        <p:spPr>
          <a:xfrm flipH="1" flipV="1">
            <a:off x="7908829" y="4608474"/>
            <a:ext cx="717011" cy="105766"/>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sp>
        <p:nvSpPr>
          <p:cNvPr id="25" name="テキスト ボックス 24">
            <a:extLst>
              <a:ext uri="{FF2B5EF4-FFF2-40B4-BE49-F238E27FC236}">
                <a16:creationId xmlns:a16="http://schemas.microsoft.com/office/drawing/2014/main" id="{99A4FA5B-1B0D-454E-A953-4D47EF24DE07}"/>
              </a:ext>
            </a:extLst>
          </p:cNvPr>
          <p:cNvSpPr txBox="1"/>
          <p:nvPr/>
        </p:nvSpPr>
        <p:spPr>
          <a:xfrm>
            <a:off x="8569960" y="4346169"/>
            <a:ext cx="3154680" cy="1384995"/>
          </a:xfrm>
          <a:prstGeom prst="rect">
            <a:avLst/>
          </a:prstGeom>
          <a:noFill/>
        </p:spPr>
        <p:txBody>
          <a:bodyPr wrap="square" rtlCol="0">
            <a:spAutoFit/>
          </a:bodyPr>
          <a:lstStyle/>
          <a:p>
            <a:r>
              <a:rPr kumimoji="1" lang="ja-JP" altLang="en-US" sz="2800" dirty="0"/>
              <a:t>マウスポインター</a:t>
            </a:r>
            <a:endParaRPr kumimoji="1" lang="en-US" altLang="ja-JP" sz="2800" dirty="0"/>
          </a:p>
          <a:p>
            <a:r>
              <a:rPr lang="ja-JP" altLang="en-US" sz="2800" dirty="0"/>
              <a:t>を消して標準を表示したい</a:t>
            </a:r>
            <a:endParaRPr kumimoji="1" lang="ja-JP" altLang="en-US" sz="2800" dirty="0"/>
          </a:p>
        </p:txBody>
      </p:sp>
      <p:cxnSp>
        <p:nvCxnSpPr>
          <p:cNvPr id="26" name="直線コネクタ 25">
            <a:extLst>
              <a:ext uri="{FF2B5EF4-FFF2-40B4-BE49-F238E27FC236}">
                <a16:creationId xmlns:a16="http://schemas.microsoft.com/office/drawing/2014/main" id="{F16F75B3-6240-4F7C-8802-7AB6985CBFCE}"/>
              </a:ext>
            </a:extLst>
          </p:cNvPr>
          <p:cNvCxnSpPr>
            <a:cxnSpLocks/>
            <a:endCxn id="27" idx="3"/>
          </p:cNvCxnSpPr>
          <p:nvPr/>
        </p:nvCxnSpPr>
        <p:spPr>
          <a:xfrm flipH="1">
            <a:off x="4597130" y="4582160"/>
            <a:ext cx="468362" cy="0"/>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sp>
        <p:nvSpPr>
          <p:cNvPr id="27" name="テキスト ボックス 26">
            <a:extLst>
              <a:ext uri="{FF2B5EF4-FFF2-40B4-BE49-F238E27FC236}">
                <a16:creationId xmlns:a16="http://schemas.microsoft.com/office/drawing/2014/main" id="{670931DD-75AA-4077-A78C-FB97FDDFA7E9}"/>
              </a:ext>
            </a:extLst>
          </p:cNvPr>
          <p:cNvSpPr txBox="1"/>
          <p:nvPr/>
        </p:nvSpPr>
        <p:spPr>
          <a:xfrm>
            <a:off x="1826913" y="4320550"/>
            <a:ext cx="2770217" cy="523220"/>
          </a:xfrm>
          <a:prstGeom prst="rect">
            <a:avLst/>
          </a:prstGeom>
          <a:noFill/>
        </p:spPr>
        <p:txBody>
          <a:bodyPr wrap="square" rtlCol="0">
            <a:spAutoFit/>
          </a:bodyPr>
          <a:lstStyle/>
          <a:p>
            <a:r>
              <a:rPr kumimoji="1" lang="ja-JP" altLang="en-US" sz="2800" dirty="0"/>
              <a:t>スタートボタン</a:t>
            </a:r>
          </a:p>
        </p:txBody>
      </p:sp>
      <p:cxnSp>
        <p:nvCxnSpPr>
          <p:cNvPr id="28" name="直線コネクタ 27">
            <a:extLst>
              <a:ext uri="{FF2B5EF4-FFF2-40B4-BE49-F238E27FC236}">
                <a16:creationId xmlns:a16="http://schemas.microsoft.com/office/drawing/2014/main" id="{2EBB5F7E-968C-43CF-9DE6-C1038A13EA00}"/>
              </a:ext>
            </a:extLst>
          </p:cNvPr>
          <p:cNvCxnSpPr>
            <a:cxnSpLocks/>
          </p:cNvCxnSpPr>
          <p:nvPr/>
        </p:nvCxnSpPr>
        <p:spPr>
          <a:xfrm flipH="1" flipV="1">
            <a:off x="4470400" y="5167312"/>
            <a:ext cx="818612" cy="52883"/>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cxnSp>
        <p:nvCxnSpPr>
          <p:cNvPr id="31" name="直線コネクタ 30">
            <a:extLst>
              <a:ext uri="{FF2B5EF4-FFF2-40B4-BE49-F238E27FC236}">
                <a16:creationId xmlns:a16="http://schemas.microsoft.com/office/drawing/2014/main" id="{45EC1045-DBAB-44CD-ACCB-B7FC04253480}"/>
              </a:ext>
            </a:extLst>
          </p:cNvPr>
          <p:cNvCxnSpPr>
            <a:cxnSpLocks/>
          </p:cNvCxnSpPr>
          <p:nvPr/>
        </p:nvCxnSpPr>
        <p:spPr>
          <a:xfrm flipH="1" flipV="1">
            <a:off x="6954250" y="4864090"/>
            <a:ext cx="828310" cy="1099830"/>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sp>
        <p:nvSpPr>
          <p:cNvPr id="35" name="テキスト ボックス 34">
            <a:extLst>
              <a:ext uri="{FF2B5EF4-FFF2-40B4-BE49-F238E27FC236}">
                <a16:creationId xmlns:a16="http://schemas.microsoft.com/office/drawing/2014/main" id="{1A897C2E-5A43-4E90-85CE-42196EC01C7B}"/>
              </a:ext>
            </a:extLst>
          </p:cNvPr>
          <p:cNvSpPr txBox="1"/>
          <p:nvPr/>
        </p:nvSpPr>
        <p:spPr>
          <a:xfrm>
            <a:off x="7779481" y="5775145"/>
            <a:ext cx="3945159" cy="954107"/>
          </a:xfrm>
          <a:prstGeom prst="rect">
            <a:avLst/>
          </a:prstGeom>
          <a:noFill/>
        </p:spPr>
        <p:txBody>
          <a:bodyPr wrap="square" rtlCol="0">
            <a:spAutoFit/>
          </a:bodyPr>
          <a:lstStyle/>
          <a:p>
            <a:r>
              <a:rPr kumimoji="1" lang="ja-JP" altLang="en-US" sz="2800" dirty="0"/>
              <a:t>選択されているボタンは大きく表示したい</a:t>
            </a:r>
          </a:p>
        </p:txBody>
      </p:sp>
      <p:sp>
        <p:nvSpPr>
          <p:cNvPr id="36" name="テキスト ボックス 35">
            <a:extLst>
              <a:ext uri="{FF2B5EF4-FFF2-40B4-BE49-F238E27FC236}">
                <a16:creationId xmlns:a16="http://schemas.microsoft.com/office/drawing/2014/main" id="{405344E9-8906-493F-8663-600F4CDA024F}"/>
              </a:ext>
            </a:extLst>
          </p:cNvPr>
          <p:cNvSpPr txBox="1"/>
          <p:nvPr/>
        </p:nvSpPr>
        <p:spPr>
          <a:xfrm>
            <a:off x="2297679" y="4958585"/>
            <a:ext cx="2060961" cy="523220"/>
          </a:xfrm>
          <a:prstGeom prst="rect">
            <a:avLst/>
          </a:prstGeom>
          <a:noFill/>
        </p:spPr>
        <p:txBody>
          <a:bodyPr wrap="square" rtlCol="0">
            <a:spAutoFit/>
          </a:bodyPr>
          <a:lstStyle/>
          <a:p>
            <a:r>
              <a:rPr kumimoji="1" lang="ja-JP" altLang="en-US" sz="2800" dirty="0"/>
              <a:t>設定ボタン</a:t>
            </a:r>
          </a:p>
        </p:txBody>
      </p:sp>
      <p:sp>
        <p:nvSpPr>
          <p:cNvPr id="37" name="テキスト ボックス 36">
            <a:extLst>
              <a:ext uri="{FF2B5EF4-FFF2-40B4-BE49-F238E27FC236}">
                <a16:creationId xmlns:a16="http://schemas.microsoft.com/office/drawing/2014/main" id="{5AA38E78-99B2-4FE1-8C8B-894DBCD17CF6}"/>
              </a:ext>
            </a:extLst>
          </p:cNvPr>
          <p:cNvSpPr txBox="1"/>
          <p:nvPr/>
        </p:nvSpPr>
        <p:spPr>
          <a:xfrm>
            <a:off x="2454465" y="5521650"/>
            <a:ext cx="2060961" cy="523220"/>
          </a:xfrm>
          <a:prstGeom prst="rect">
            <a:avLst/>
          </a:prstGeom>
          <a:noFill/>
        </p:spPr>
        <p:txBody>
          <a:bodyPr wrap="square" rtlCol="0">
            <a:spAutoFit/>
          </a:bodyPr>
          <a:lstStyle/>
          <a:p>
            <a:r>
              <a:rPr kumimoji="1" lang="en-US" altLang="ja-JP" sz="2800" dirty="0"/>
              <a:t>EXIT</a:t>
            </a:r>
            <a:r>
              <a:rPr kumimoji="1" lang="ja-JP" altLang="en-US" sz="2800" dirty="0"/>
              <a:t>ボタン</a:t>
            </a:r>
          </a:p>
        </p:txBody>
      </p:sp>
      <p:cxnSp>
        <p:nvCxnSpPr>
          <p:cNvPr id="38" name="直線コネクタ 37">
            <a:extLst>
              <a:ext uri="{FF2B5EF4-FFF2-40B4-BE49-F238E27FC236}">
                <a16:creationId xmlns:a16="http://schemas.microsoft.com/office/drawing/2014/main" id="{3B81B459-DD3E-4B9F-A341-BB0E30DFDA36}"/>
              </a:ext>
            </a:extLst>
          </p:cNvPr>
          <p:cNvCxnSpPr>
            <a:cxnSpLocks/>
          </p:cNvCxnSpPr>
          <p:nvPr/>
        </p:nvCxnSpPr>
        <p:spPr>
          <a:xfrm flipH="1" flipV="1">
            <a:off x="4541632" y="5722262"/>
            <a:ext cx="818612" cy="52883"/>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sp>
        <p:nvSpPr>
          <p:cNvPr id="39" name="テキスト ボックス 38">
            <a:extLst>
              <a:ext uri="{FF2B5EF4-FFF2-40B4-BE49-F238E27FC236}">
                <a16:creationId xmlns:a16="http://schemas.microsoft.com/office/drawing/2014/main" id="{DAF50CA1-3DD5-447B-9501-A40AECB71836}"/>
              </a:ext>
            </a:extLst>
          </p:cNvPr>
          <p:cNvSpPr txBox="1"/>
          <p:nvPr/>
        </p:nvSpPr>
        <p:spPr>
          <a:xfrm>
            <a:off x="5289012" y="572042"/>
            <a:ext cx="3946428" cy="523220"/>
          </a:xfrm>
          <a:prstGeom prst="rect">
            <a:avLst/>
          </a:prstGeom>
          <a:noFill/>
        </p:spPr>
        <p:txBody>
          <a:bodyPr wrap="square" rtlCol="0">
            <a:spAutoFit/>
          </a:bodyPr>
          <a:lstStyle/>
          <a:p>
            <a:r>
              <a:rPr lang="ja-JP" altLang="en-US" sz="2800" dirty="0"/>
              <a:t>・タイトル用音楽</a:t>
            </a:r>
            <a:endParaRPr lang="en-US" altLang="ja-JP" sz="2800" dirty="0"/>
          </a:p>
        </p:txBody>
      </p:sp>
    </p:spTree>
    <p:extLst>
      <p:ext uri="{BB962C8B-B14F-4D97-AF65-F5344CB8AC3E}">
        <p14:creationId xmlns:p14="http://schemas.microsoft.com/office/powerpoint/2010/main" val="397439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2898FA8-B873-4DFD-B488-0269BB7BD469}"/>
              </a:ext>
            </a:extLst>
          </p:cNvPr>
          <p:cNvSpPr>
            <a:spLocks noGrp="1"/>
          </p:cNvSpPr>
          <p:nvPr>
            <p:ph type="title"/>
          </p:nvPr>
        </p:nvSpPr>
        <p:spPr>
          <a:xfrm>
            <a:off x="838200" y="539432"/>
            <a:ext cx="10515600" cy="1325563"/>
          </a:xfrm>
        </p:spPr>
        <p:txBody>
          <a:bodyPr/>
          <a:lstStyle/>
          <a:p>
            <a:r>
              <a:rPr kumimoji="1" lang="ja-JP" altLang="en-US" dirty="0"/>
              <a:t>設定画面</a:t>
            </a:r>
          </a:p>
        </p:txBody>
      </p:sp>
      <p:pic>
        <p:nvPicPr>
          <p:cNvPr id="5" name="図 4">
            <a:extLst>
              <a:ext uri="{FF2B5EF4-FFF2-40B4-BE49-F238E27FC236}">
                <a16:creationId xmlns:a16="http://schemas.microsoft.com/office/drawing/2014/main" id="{D59DB559-564D-4A2E-8685-9F20C9184F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85059" y="2453471"/>
            <a:ext cx="7628281" cy="3901778"/>
          </a:xfrm>
          <a:prstGeom prst="rect">
            <a:avLst/>
          </a:prstGeom>
        </p:spPr>
      </p:pic>
      <p:cxnSp>
        <p:nvCxnSpPr>
          <p:cNvPr id="6" name="直線コネクタ 5">
            <a:extLst>
              <a:ext uri="{FF2B5EF4-FFF2-40B4-BE49-F238E27FC236}">
                <a16:creationId xmlns:a16="http://schemas.microsoft.com/office/drawing/2014/main" id="{6A75F5AB-74BD-452F-A807-43F40BD90BD5}"/>
              </a:ext>
            </a:extLst>
          </p:cNvPr>
          <p:cNvCxnSpPr>
            <a:cxnSpLocks/>
          </p:cNvCxnSpPr>
          <p:nvPr/>
        </p:nvCxnSpPr>
        <p:spPr>
          <a:xfrm>
            <a:off x="1743171" y="2376468"/>
            <a:ext cx="837469" cy="732492"/>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sp>
        <p:nvSpPr>
          <p:cNvPr id="7" name="テキスト ボックス 6">
            <a:extLst>
              <a:ext uri="{FF2B5EF4-FFF2-40B4-BE49-F238E27FC236}">
                <a16:creationId xmlns:a16="http://schemas.microsoft.com/office/drawing/2014/main" id="{DE476A76-CB61-4087-8F7C-57819D089ECE}"/>
              </a:ext>
            </a:extLst>
          </p:cNvPr>
          <p:cNvSpPr txBox="1"/>
          <p:nvPr/>
        </p:nvSpPr>
        <p:spPr>
          <a:xfrm>
            <a:off x="383905" y="1520013"/>
            <a:ext cx="3556000" cy="954107"/>
          </a:xfrm>
          <a:prstGeom prst="rect">
            <a:avLst/>
          </a:prstGeom>
          <a:noFill/>
        </p:spPr>
        <p:txBody>
          <a:bodyPr wrap="square" rtlCol="0">
            <a:spAutoFit/>
          </a:bodyPr>
          <a:lstStyle/>
          <a:p>
            <a:r>
              <a:rPr kumimoji="1" lang="ja-JP" altLang="en-US" sz="2800" dirty="0"/>
              <a:t>選択されているところは大きくしたい</a:t>
            </a:r>
          </a:p>
        </p:txBody>
      </p:sp>
      <p:sp>
        <p:nvSpPr>
          <p:cNvPr id="9" name="テキスト ボックス 8">
            <a:extLst>
              <a:ext uri="{FF2B5EF4-FFF2-40B4-BE49-F238E27FC236}">
                <a16:creationId xmlns:a16="http://schemas.microsoft.com/office/drawing/2014/main" id="{9277D0EA-D9ED-4984-A0DE-BCCC6B113FB3}"/>
              </a:ext>
            </a:extLst>
          </p:cNvPr>
          <p:cNvSpPr txBox="1"/>
          <p:nvPr/>
        </p:nvSpPr>
        <p:spPr>
          <a:xfrm>
            <a:off x="4614817" y="365125"/>
            <a:ext cx="4579983" cy="954107"/>
          </a:xfrm>
          <a:prstGeom prst="rect">
            <a:avLst/>
          </a:prstGeom>
          <a:noFill/>
        </p:spPr>
        <p:txBody>
          <a:bodyPr wrap="square" rtlCol="0">
            <a:spAutoFit/>
          </a:bodyPr>
          <a:lstStyle/>
          <a:p>
            <a:r>
              <a:rPr kumimoji="1" lang="ja-JP" altLang="en-US" sz="2800" dirty="0"/>
              <a:t>・タイトルの音楽をそのまま持ってくる</a:t>
            </a:r>
          </a:p>
        </p:txBody>
      </p:sp>
      <p:cxnSp>
        <p:nvCxnSpPr>
          <p:cNvPr id="10" name="直線コネクタ 9">
            <a:extLst>
              <a:ext uri="{FF2B5EF4-FFF2-40B4-BE49-F238E27FC236}">
                <a16:creationId xmlns:a16="http://schemas.microsoft.com/office/drawing/2014/main" id="{57AF50BB-E242-452C-B44C-0060E84EBCC0}"/>
              </a:ext>
            </a:extLst>
          </p:cNvPr>
          <p:cNvCxnSpPr>
            <a:cxnSpLocks/>
          </p:cNvCxnSpPr>
          <p:nvPr/>
        </p:nvCxnSpPr>
        <p:spPr>
          <a:xfrm>
            <a:off x="2001520" y="3709183"/>
            <a:ext cx="809790" cy="122249"/>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sp>
        <p:nvSpPr>
          <p:cNvPr id="13" name="テキスト ボックス 12">
            <a:extLst>
              <a:ext uri="{FF2B5EF4-FFF2-40B4-BE49-F238E27FC236}">
                <a16:creationId xmlns:a16="http://schemas.microsoft.com/office/drawing/2014/main" id="{2ACBEE9F-EE34-47F2-83E6-8CEC0077CFE7}"/>
              </a:ext>
            </a:extLst>
          </p:cNvPr>
          <p:cNvSpPr txBox="1"/>
          <p:nvPr/>
        </p:nvSpPr>
        <p:spPr>
          <a:xfrm>
            <a:off x="8185306" y="1722765"/>
            <a:ext cx="2669922" cy="523220"/>
          </a:xfrm>
          <a:prstGeom prst="rect">
            <a:avLst/>
          </a:prstGeom>
          <a:noFill/>
        </p:spPr>
        <p:txBody>
          <a:bodyPr wrap="square" rtlCol="0">
            <a:spAutoFit/>
          </a:bodyPr>
          <a:lstStyle/>
          <a:p>
            <a:r>
              <a:rPr kumimoji="1" lang="ja-JP" altLang="en-US" sz="2800" dirty="0"/>
              <a:t>設定</a:t>
            </a:r>
            <a:r>
              <a:rPr kumimoji="1" lang="en-US" altLang="ja-JP" sz="2800" dirty="0"/>
              <a:t>UI</a:t>
            </a:r>
            <a:r>
              <a:rPr kumimoji="1" lang="ja-JP" altLang="en-US" sz="2800" dirty="0"/>
              <a:t>（％）</a:t>
            </a:r>
          </a:p>
        </p:txBody>
      </p:sp>
      <p:cxnSp>
        <p:nvCxnSpPr>
          <p:cNvPr id="15" name="直線コネクタ 14">
            <a:extLst>
              <a:ext uri="{FF2B5EF4-FFF2-40B4-BE49-F238E27FC236}">
                <a16:creationId xmlns:a16="http://schemas.microsoft.com/office/drawing/2014/main" id="{D516979B-2985-40DE-804B-E04209A1F68C}"/>
              </a:ext>
            </a:extLst>
          </p:cNvPr>
          <p:cNvCxnSpPr>
            <a:cxnSpLocks/>
          </p:cNvCxnSpPr>
          <p:nvPr/>
        </p:nvCxnSpPr>
        <p:spPr>
          <a:xfrm flipV="1">
            <a:off x="2406415" y="4683760"/>
            <a:ext cx="2338305" cy="944880"/>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sp>
        <p:nvSpPr>
          <p:cNvPr id="17" name="テキスト ボックス 16">
            <a:extLst>
              <a:ext uri="{FF2B5EF4-FFF2-40B4-BE49-F238E27FC236}">
                <a16:creationId xmlns:a16="http://schemas.microsoft.com/office/drawing/2014/main" id="{A321F32E-2B66-44CD-9C55-9A5ADC2D8A51}"/>
              </a:ext>
            </a:extLst>
          </p:cNvPr>
          <p:cNvSpPr txBox="1"/>
          <p:nvPr/>
        </p:nvSpPr>
        <p:spPr>
          <a:xfrm>
            <a:off x="226508" y="5105420"/>
            <a:ext cx="2584802" cy="954107"/>
          </a:xfrm>
          <a:prstGeom prst="rect">
            <a:avLst/>
          </a:prstGeom>
          <a:noFill/>
        </p:spPr>
        <p:txBody>
          <a:bodyPr wrap="square" rtlCol="0">
            <a:spAutoFit/>
          </a:bodyPr>
          <a:lstStyle/>
          <a:p>
            <a:r>
              <a:rPr kumimoji="1" lang="ja-JP" altLang="en-US" sz="2800" dirty="0"/>
              <a:t>設定を細かく分類したもの</a:t>
            </a:r>
          </a:p>
        </p:txBody>
      </p:sp>
      <p:cxnSp>
        <p:nvCxnSpPr>
          <p:cNvPr id="11" name="直線コネクタ 10">
            <a:extLst>
              <a:ext uri="{FF2B5EF4-FFF2-40B4-BE49-F238E27FC236}">
                <a16:creationId xmlns:a16="http://schemas.microsoft.com/office/drawing/2014/main" id="{F6A8E139-40B9-4DE5-A90B-8A0A716CC64A}"/>
              </a:ext>
            </a:extLst>
          </p:cNvPr>
          <p:cNvCxnSpPr>
            <a:cxnSpLocks/>
          </p:cNvCxnSpPr>
          <p:nvPr/>
        </p:nvCxnSpPr>
        <p:spPr>
          <a:xfrm flipH="1">
            <a:off x="8432355" y="2278062"/>
            <a:ext cx="862566" cy="1150938"/>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sp>
        <p:nvSpPr>
          <p:cNvPr id="14" name="テキスト ボックス 13">
            <a:extLst>
              <a:ext uri="{FF2B5EF4-FFF2-40B4-BE49-F238E27FC236}">
                <a16:creationId xmlns:a16="http://schemas.microsoft.com/office/drawing/2014/main" id="{0CF2CB6E-B34D-45E8-8870-7120309E08E5}"/>
              </a:ext>
            </a:extLst>
          </p:cNvPr>
          <p:cNvSpPr txBox="1"/>
          <p:nvPr/>
        </p:nvSpPr>
        <p:spPr>
          <a:xfrm>
            <a:off x="350120" y="3338363"/>
            <a:ext cx="2219229" cy="523220"/>
          </a:xfrm>
          <a:prstGeom prst="rect">
            <a:avLst/>
          </a:prstGeom>
          <a:noFill/>
        </p:spPr>
        <p:txBody>
          <a:bodyPr wrap="square" rtlCol="0">
            <a:spAutoFit/>
          </a:bodyPr>
          <a:lstStyle/>
          <a:p>
            <a:r>
              <a:rPr kumimoji="1" lang="ja-JP" altLang="en-US" sz="2800" dirty="0"/>
              <a:t>設定の種類</a:t>
            </a:r>
          </a:p>
        </p:txBody>
      </p:sp>
      <p:cxnSp>
        <p:nvCxnSpPr>
          <p:cNvPr id="16" name="直線コネクタ 15">
            <a:extLst>
              <a:ext uri="{FF2B5EF4-FFF2-40B4-BE49-F238E27FC236}">
                <a16:creationId xmlns:a16="http://schemas.microsoft.com/office/drawing/2014/main" id="{EFC722AB-0EDA-4D01-859F-A9FADE01B1BC}"/>
              </a:ext>
            </a:extLst>
          </p:cNvPr>
          <p:cNvCxnSpPr>
            <a:cxnSpLocks/>
          </p:cNvCxnSpPr>
          <p:nvPr/>
        </p:nvCxnSpPr>
        <p:spPr>
          <a:xfrm flipH="1">
            <a:off x="9435950" y="4683760"/>
            <a:ext cx="862566" cy="1150938"/>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sp>
        <p:nvSpPr>
          <p:cNvPr id="19" name="テキスト ボックス 18">
            <a:extLst>
              <a:ext uri="{FF2B5EF4-FFF2-40B4-BE49-F238E27FC236}">
                <a16:creationId xmlns:a16="http://schemas.microsoft.com/office/drawing/2014/main" id="{7AD6797F-093A-4201-9418-A7922656753B}"/>
              </a:ext>
            </a:extLst>
          </p:cNvPr>
          <p:cNvSpPr txBox="1"/>
          <p:nvPr/>
        </p:nvSpPr>
        <p:spPr>
          <a:xfrm>
            <a:off x="10113340" y="4214664"/>
            <a:ext cx="2669922" cy="954107"/>
          </a:xfrm>
          <a:prstGeom prst="rect">
            <a:avLst/>
          </a:prstGeom>
          <a:noFill/>
        </p:spPr>
        <p:txBody>
          <a:bodyPr wrap="square" rtlCol="0">
            <a:spAutoFit/>
          </a:bodyPr>
          <a:lstStyle/>
          <a:p>
            <a:r>
              <a:rPr kumimoji="1" lang="ja-JP" altLang="en-US" sz="2800" dirty="0"/>
              <a:t>　設定</a:t>
            </a:r>
            <a:r>
              <a:rPr kumimoji="1" lang="en-US" altLang="ja-JP" sz="2800" dirty="0"/>
              <a:t>UI</a:t>
            </a:r>
          </a:p>
          <a:p>
            <a:r>
              <a:rPr kumimoji="1" lang="ja-JP" altLang="en-US" sz="2800" dirty="0"/>
              <a:t>（</a:t>
            </a:r>
            <a:r>
              <a:rPr kumimoji="1" lang="en-US" altLang="ja-JP" sz="2800" dirty="0"/>
              <a:t>ONOFF</a:t>
            </a:r>
            <a:r>
              <a:rPr kumimoji="1" lang="ja-JP" altLang="en-US" sz="2800" dirty="0"/>
              <a:t>）</a:t>
            </a:r>
          </a:p>
        </p:txBody>
      </p:sp>
      <p:cxnSp>
        <p:nvCxnSpPr>
          <p:cNvPr id="20" name="直線コネクタ 19">
            <a:extLst>
              <a:ext uri="{FF2B5EF4-FFF2-40B4-BE49-F238E27FC236}">
                <a16:creationId xmlns:a16="http://schemas.microsoft.com/office/drawing/2014/main" id="{526EC120-4AEE-409F-93AA-CCBCCBB94573}"/>
              </a:ext>
            </a:extLst>
          </p:cNvPr>
          <p:cNvCxnSpPr>
            <a:cxnSpLocks/>
          </p:cNvCxnSpPr>
          <p:nvPr/>
        </p:nvCxnSpPr>
        <p:spPr>
          <a:xfrm flipH="1">
            <a:off x="9887201" y="2853531"/>
            <a:ext cx="481917" cy="720768"/>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sp>
        <p:nvSpPr>
          <p:cNvPr id="21" name="テキスト ボックス 20">
            <a:extLst>
              <a:ext uri="{FF2B5EF4-FFF2-40B4-BE49-F238E27FC236}">
                <a16:creationId xmlns:a16="http://schemas.microsoft.com/office/drawing/2014/main" id="{408D6748-1EA9-49E9-B467-CC6CFFE35EFF}"/>
              </a:ext>
            </a:extLst>
          </p:cNvPr>
          <p:cNvSpPr txBox="1"/>
          <p:nvPr/>
        </p:nvSpPr>
        <p:spPr>
          <a:xfrm>
            <a:off x="10113340" y="2381726"/>
            <a:ext cx="3066846" cy="523220"/>
          </a:xfrm>
          <a:prstGeom prst="rect">
            <a:avLst/>
          </a:prstGeom>
          <a:noFill/>
        </p:spPr>
        <p:txBody>
          <a:bodyPr wrap="square" rtlCol="0">
            <a:spAutoFit/>
          </a:bodyPr>
          <a:lstStyle/>
          <a:p>
            <a:r>
              <a:rPr kumimoji="1" lang="ja-JP" altLang="en-US" sz="2800" dirty="0"/>
              <a:t>スクロールバー</a:t>
            </a:r>
          </a:p>
        </p:txBody>
      </p:sp>
    </p:spTree>
    <p:extLst>
      <p:ext uri="{BB962C8B-B14F-4D97-AF65-F5344CB8AC3E}">
        <p14:creationId xmlns:p14="http://schemas.microsoft.com/office/powerpoint/2010/main" val="22772567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DD028D2-0698-4B9E-803C-3E52507F1822}"/>
              </a:ext>
            </a:extLst>
          </p:cNvPr>
          <p:cNvSpPr>
            <a:spLocks noGrp="1"/>
          </p:cNvSpPr>
          <p:nvPr>
            <p:ph type="title"/>
          </p:nvPr>
        </p:nvSpPr>
        <p:spPr/>
        <p:txBody>
          <a:bodyPr/>
          <a:lstStyle/>
          <a:p>
            <a:r>
              <a:rPr kumimoji="1" lang="ja-JP" altLang="en-US" dirty="0"/>
              <a:t>ゲーム画面（</a:t>
            </a:r>
            <a:r>
              <a:rPr kumimoji="1" lang="en-US" altLang="ja-JP" dirty="0"/>
              <a:t>UI</a:t>
            </a:r>
            <a:r>
              <a:rPr kumimoji="1" lang="ja-JP" altLang="en-US" dirty="0"/>
              <a:t>）</a:t>
            </a:r>
          </a:p>
        </p:txBody>
      </p:sp>
      <p:pic>
        <p:nvPicPr>
          <p:cNvPr id="5" name="図 4">
            <a:extLst>
              <a:ext uri="{FF2B5EF4-FFF2-40B4-BE49-F238E27FC236}">
                <a16:creationId xmlns:a16="http://schemas.microsoft.com/office/drawing/2014/main" id="{1FDC239B-4F04-4452-BBE5-5C0DCDF5AFF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71089" y="2446318"/>
            <a:ext cx="7635902" cy="3894157"/>
          </a:xfrm>
          <a:prstGeom prst="rect">
            <a:avLst/>
          </a:prstGeom>
        </p:spPr>
      </p:pic>
      <p:cxnSp>
        <p:nvCxnSpPr>
          <p:cNvPr id="6" name="直線コネクタ 5">
            <a:extLst>
              <a:ext uri="{FF2B5EF4-FFF2-40B4-BE49-F238E27FC236}">
                <a16:creationId xmlns:a16="http://schemas.microsoft.com/office/drawing/2014/main" id="{CE2D5716-802C-4CA9-8ABD-BA288B213FBA}"/>
              </a:ext>
            </a:extLst>
          </p:cNvPr>
          <p:cNvCxnSpPr>
            <a:cxnSpLocks/>
          </p:cNvCxnSpPr>
          <p:nvPr/>
        </p:nvCxnSpPr>
        <p:spPr>
          <a:xfrm>
            <a:off x="1767840" y="4393396"/>
            <a:ext cx="703249" cy="188764"/>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sp>
        <p:nvSpPr>
          <p:cNvPr id="7" name="テキスト ボックス 6">
            <a:extLst>
              <a:ext uri="{FF2B5EF4-FFF2-40B4-BE49-F238E27FC236}">
                <a16:creationId xmlns:a16="http://schemas.microsoft.com/office/drawing/2014/main" id="{7066A467-16CD-4D35-926E-62847602CF3E}"/>
              </a:ext>
            </a:extLst>
          </p:cNvPr>
          <p:cNvSpPr txBox="1"/>
          <p:nvPr/>
        </p:nvSpPr>
        <p:spPr>
          <a:xfrm>
            <a:off x="375920" y="3753971"/>
            <a:ext cx="2783840" cy="523220"/>
          </a:xfrm>
          <a:prstGeom prst="rect">
            <a:avLst/>
          </a:prstGeom>
          <a:noFill/>
        </p:spPr>
        <p:txBody>
          <a:bodyPr wrap="square" rtlCol="0">
            <a:spAutoFit/>
          </a:bodyPr>
          <a:lstStyle/>
          <a:p>
            <a:r>
              <a:rPr lang="ja-JP" altLang="en-US" sz="2800" dirty="0"/>
              <a:t>レーダーマップ</a:t>
            </a:r>
            <a:endParaRPr kumimoji="1" lang="ja-JP" altLang="en-US" sz="2800" dirty="0"/>
          </a:p>
        </p:txBody>
      </p:sp>
      <p:cxnSp>
        <p:nvCxnSpPr>
          <p:cNvPr id="9" name="直線コネクタ 8">
            <a:extLst>
              <a:ext uri="{FF2B5EF4-FFF2-40B4-BE49-F238E27FC236}">
                <a16:creationId xmlns:a16="http://schemas.microsoft.com/office/drawing/2014/main" id="{183D3034-D32F-4D00-AA12-A36D826FEAB2}"/>
              </a:ext>
            </a:extLst>
          </p:cNvPr>
          <p:cNvCxnSpPr>
            <a:cxnSpLocks/>
          </p:cNvCxnSpPr>
          <p:nvPr/>
        </p:nvCxnSpPr>
        <p:spPr>
          <a:xfrm>
            <a:off x="3891280" y="5923280"/>
            <a:ext cx="500049" cy="0"/>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sp>
        <p:nvSpPr>
          <p:cNvPr id="11" name="テキスト ボックス 10">
            <a:extLst>
              <a:ext uri="{FF2B5EF4-FFF2-40B4-BE49-F238E27FC236}">
                <a16:creationId xmlns:a16="http://schemas.microsoft.com/office/drawing/2014/main" id="{87D65EF2-2E2B-4AA7-BE0C-FDB0C5BC5462}"/>
              </a:ext>
            </a:extLst>
          </p:cNvPr>
          <p:cNvSpPr txBox="1"/>
          <p:nvPr/>
        </p:nvSpPr>
        <p:spPr>
          <a:xfrm>
            <a:off x="3159760" y="5661670"/>
            <a:ext cx="731520" cy="523220"/>
          </a:xfrm>
          <a:prstGeom prst="rect">
            <a:avLst/>
          </a:prstGeom>
          <a:noFill/>
        </p:spPr>
        <p:txBody>
          <a:bodyPr wrap="square" rtlCol="0">
            <a:spAutoFit/>
          </a:bodyPr>
          <a:lstStyle/>
          <a:p>
            <a:r>
              <a:rPr lang="en-US" altLang="ja-JP" sz="2800" dirty="0"/>
              <a:t>HP</a:t>
            </a:r>
            <a:endParaRPr kumimoji="1" lang="ja-JP" altLang="en-US" sz="2800" dirty="0"/>
          </a:p>
        </p:txBody>
      </p:sp>
      <p:cxnSp>
        <p:nvCxnSpPr>
          <p:cNvPr id="12" name="直線コネクタ 11">
            <a:extLst>
              <a:ext uri="{FF2B5EF4-FFF2-40B4-BE49-F238E27FC236}">
                <a16:creationId xmlns:a16="http://schemas.microsoft.com/office/drawing/2014/main" id="{29F617F2-6B48-4074-A601-B47EF26D679C}"/>
              </a:ext>
            </a:extLst>
          </p:cNvPr>
          <p:cNvCxnSpPr>
            <a:cxnSpLocks/>
          </p:cNvCxnSpPr>
          <p:nvPr/>
        </p:nvCxnSpPr>
        <p:spPr>
          <a:xfrm>
            <a:off x="7853680" y="5842000"/>
            <a:ext cx="500049" cy="0"/>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sp>
        <p:nvSpPr>
          <p:cNvPr id="13" name="テキスト ボックス 12">
            <a:extLst>
              <a:ext uri="{FF2B5EF4-FFF2-40B4-BE49-F238E27FC236}">
                <a16:creationId xmlns:a16="http://schemas.microsoft.com/office/drawing/2014/main" id="{26A1E1E1-48E5-405A-A9DB-0F9DD5427C58}"/>
              </a:ext>
            </a:extLst>
          </p:cNvPr>
          <p:cNvSpPr txBox="1"/>
          <p:nvPr/>
        </p:nvSpPr>
        <p:spPr>
          <a:xfrm>
            <a:off x="8300722" y="5538768"/>
            <a:ext cx="1806269" cy="523220"/>
          </a:xfrm>
          <a:prstGeom prst="rect">
            <a:avLst/>
          </a:prstGeom>
          <a:noFill/>
        </p:spPr>
        <p:txBody>
          <a:bodyPr wrap="square" rtlCol="0">
            <a:spAutoFit/>
          </a:bodyPr>
          <a:lstStyle/>
          <a:p>
            <a:r>
              <a:rPr lang="ja-JP" altLang="en-US" sz="2800" dirty="0"/>
              <a:t>シールド</a:t>
            </a:r>
            <a:endParaRPr kumimoji="1" lang="ja-JP" altLang="en-US" sz="2800" dirty="0"/>
          </a:p>
        </p:txBody>
      </p:sp>
      <p:cxnSp>
        <p:nvCxnSpPr>
          <p:cNvPr id="14" name="直線コネクタ 13">
            <a:extLst>
              <a:ext uri="{FF2B5EF4-FFF2-40B4-BE49-F238E27FC236}">
                <a16:creationId xmlns:a16="http://schemas.microsoft.com/office/drawing/2014/main" id="{7F8ABC6E-C0A0-4465-8AF7-B47F893B8B26}"/>
              </a:ext>
            </a:extLst>
          </p:cNvPr>
          <p:cNvCxnSpPr>
            <a:cxnSpLocks/>
          </p:cNvCxnSpPr>
          <p:nvPr/>
        </p:nvCxnSpPr>
        <p:spPr>
          <a:xfrm>
            <a:off x="10180320" y="4487778"/>
            <a:ext cx="703249" cy="188764"/>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sp>
        <p:nvSpPr>
          <p:cNvPr id="15" name="テキスト ボックス 14">
            <a:extLst>
              <a:ext uri="{FF2B5EF4-FFF2-40B4-BE49-F238E27FC236}">
                <a16:creationId xmlns:a16="http://schemas.microsoft.com/office/drawing/2014/main" id="{8A54A244-E64D-4F17-8453-9EE933D6BFFD}"/>
              </a:ext>
            </a:extLst>
          </p:cNvPr>
          <p:cNvSpPr txBox="1"/>
          <p:nvPr/>
        </p:nvSpPr>
        <p:spPr>
          <a:xfrm>
            <a:off x="10810240" y="4676542"/>
            <a:ext cx="2783840" cy="954107"/>
          </a:xfrm>
          <a:prstGeom prst="rect">
            <a:avLst/>
          </a:prstGeom>
          <a:noFill/>
        </p:spPr>
        <p:txBody>
          <a:bodyPr wrap="square" rtlCol="0">
            <a:spAutoFit/>
          </a:bodyPr>
          <a:lstStyle/>
          <a:p>
            <a:r>
              <a:rPr lang="ja-JP" altLang="en-US" sz="2800" dirty="0"/>
              <a:t>技一覧とクールタイム</a:t>
            </a:r>
            <a:endParaRPr kumimoji="1" lang="ja-JP" altLang="en-US" sz="2800" dirty="0"/>
          </a:p>
        </p:txBody>
      </p:sp>
      <p:cxnSp>
        <p:nvCxnSpPr>
          <p:cNvPr id="16" name="直線コネクタ 15">
            <a:extLst>
              <a:ext uri="{FF2B5EF4-FFF2-40B4-BE49-F238E27FC236}">
                <a16:creationId xmlns:a16="http://schemas.microsoft.com/office/drawing/2014/main" id="{72AD6479-B727-4099-AAE2-4D6FAA63CF33}"/>
              </a:ext>
            </a:extLst>
          </p:cNvPr>
          <p:cNvCxnSpPr>
            <a:cxnSpLocks/>
          </p:cNvCxnSpPr>
          <p:nvPr/>
        </p:nvCxnSpPr>
        <p:spPr>
          <a:xfrm>
            <a:off x="5392751" y="2240176"/>
            <a:ext cx="703249" cy="188764"/>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sp>
        <p:nvSpPr>
          <p:cNvPr id="17" name="テキスト ボックス 16">
            <a:extLst>
              <a:ext uri="{FF2B5EF4-FFF2-40B4-BE49-F238E27FC236}">
                <a16:creationId xmlns:a16="http://schemas.microsoft.com/office/drawing/2014/main" id="{F9AAB6B3-97CB-4EA1-96AD-E342313C3380}"/>
              </a:ext>
            </a:extLst>
          </p:cNvPr>
          <p:cNvSpPr txBox="1"/>
          <p:nvPr/>
        </p:nvSpPr>
        <p:spPr>
          <a:xfrm>
            <a:off x="9020977" y="1480826"/>
            <a:ext cx="1510967" cy="523220"/>
          </a:xfrm>
          <a:prstGeom prst="rect">
            <a:avLst/>
          </a:prstGeom>
          <a:noFill/>
        </p:spPr>
        <p:txBody>
          <a:bodyPr wrap="square" rtlCol="0">
            <a:spAutoFit/>
          </a:bodyPr>
          <a:lstStyle/>
          <a:p>
            <a:r>
              <a:rPr lang="ja-JP" altLang="en-US" sz="2800" dirty="0"/>
              <a:t>スコア</a:t>
            </a:r>
            <a:endParaRPr kumimoji="1" lang="ja-JP" altLang="en-US" sz="2800" dirty="0"/>
          </a:p>
        </p:txBody>
      </p:sp>
      <p:cxnSp>
        <p:nvCxnSpPr>
          <p:cNvPr id="18" name="直線コネクタ 17">
            <a:extLst>
              <a:ext uri="{FF2B5EF4-FFF2-40B4-BE49-F238E27FC236}">
                <a16:creationId xmlns:a16="http://schemas.microsoft.com/office/drawing/2014/main" id="{8DC353D8-7EAD-43A0-80F5-7AA57F74864E}"/>
              </a:ext>
            </a:extLst>
          </p:cNvPr>
          <p:cNvCxnSpPr>
            <a:cxnSpLocks/>
          </p:cNvCxnSpPr>
          <p:nvPr/>
        </p:nvCxnSpPr>
        <p:spPr>
          <a:xfrm flipH="1">
            <a:off x="8657427" y="2001937"/>
            <a:ext cx="546429" cy="398106"/>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sp>
        <p:nvSpPr>
          <p:cNvPr id="20" name="テキスト ボックス 19">
            <a:extLst>
              <a:ext uri="{FF2B5EF4-FFF2-40B4-BE49-F238E27FC236}">
                <a16:creationId xmlns:a16="http://schemas.microsoft.com/office/drawing/2014/main" id="{F8A77FBA-710D-467C-864C-D66E938CCC3F}"/>
              </a:ext>
            </a:extLst>
          </p:cNvPr>
          <p:cNvSpPr txBox="1"/>
          <p:nvPr/>
        </p:nvSpPr>
        <p:spPr>
          <a:xfrm>
            <a:off x="4543729" y="1927315"/>
            <a:ext cx="1144105" cy="523220"/>
          </a:xfrm>
          <a:prstGeom prst="rect">
            <a:avLst/>
          </a:prstGeom>
          <a:noFill/>
        </p:spPr>
        <p:txBody>
          <a:bodyPr wrap="square" rtlCol="0">
            <a:spAutoFit/>
          </a:bodyPr>
          <a:lstStyle/>
          <a:p>
            <a:r>
              <a:rPr lang="ja-JP" altLang="en-US" sz="2800" dirty="0"/>
              <a:t>時間</a:t>
            </a:r>
            <a:endParaRPr kumimoji="1" lang="ja-JP" altLang="en-US" sz="2800" dirty="0"/>
          </a:p>
        </p:txBody>
      </p:sp>
      <p:cxnSp>
        <p:nvCxnSpPr>
          <p:cNvPr id="21" name="直線コネクタ 20">
            <a:extLst>
              <a:ext uri="{FF2B5EF4-FFF2-40B4-BE49-F238E27FC236}">
                <a16:creationId xmlns:a16="http://schemas.microsoft.com/office/drawing/2014/main" id="{CCFA5591-7F63-4A4D-B125-CB92143CEC57}"/>
              </a:ext>
            </a:extLst>
          </p:cNvPr>
          <p:cNvCxnSpPr>
            <a:cxnSpLocks/>
          </p:cNvCxnSpPr>
          <p:nvPr/>
        </p:nvCxnSpPr>
        <p:spPr>
          <a:xfrm>
            <a:off x="2988144" y="2211279"/>
            <a:ext cx="703249" cy="188764"/>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sp>
        <p:nvSpPr>
          <p:cNvPr id="23" name="テキスト ボックス 22">
            <a:extLst>
              <a:ext uri="{FF2B5EF4-FFF2-40B4-BE49-F238E27FC236}">
                <a16:creationId xmlns:a16="http://schemas.microsoft.com/office/drawing/2014/main" id="{862DC6C6-6CB2-46C8-BFE8-9C4D3DC77F02}"/>
              </a:ext>
            </a:extLst>
          </p:cNvPr>
          <p:cNvSpPr txBox="1"/>
          <p:nvPr/>
        </p:nvSpPr>
        <p:spPr>
          <a:xfrm>
            <a:off x="1376015" y="1373897"/>
            <a:ext cx="3420609" cy="954107"/>
          </a:xfrm>
          <a:prstGeom prst="rect">
            <a:avLst/>
          </a:prstGeom>
          <a:noFill/>
        </p:spPr>
        <p:txBody>
          <a:bodyPr wrap="square" rtlCol="0">
            <a:spAutoFit/>
          </a:bodyPr>
          <a:lstStyle/>
          <a:p>
            <a:r>
              <a:rPr kumimoji="1" lang="ja-JP" altLang="en-US" sz="2800" dirty="0"/>
              <a:t>残りの敵数</a:t>
            </a:r>
            <a:endParaRPr kumimoji="1" lang="en-US" altLang="ja-JP" sz="2800" dirty="0"/>
          </a:p>
          <a:p>
            <a:r>
              <a:rPr kumimoji="1" lang="ja-JP" altLang="en-US" sz="2800" dirty="0"/>
              <a:t>（</a:t>
            </a:r>
            <a:r>
              <a:rPr kumimoji="1" lang="en-US" altLang="ja-JP" sz="2800" dirty="0"/>
              <a:t>UI</a:t>
            </a:r>
            <a:r>
              <a:rPr kumimoji="1" lang="ja-JP" altLang="en-US" sz="2800" dirty="0"/>
              <a:t>を書き忘れた）</a:t>
            </a:r>
          </a:p>
        </p:txBody>
      </p:sp>
      <p:cxnSp>
        <p:nvCxnSpPr>
          <p:cNvPr id="24" name="直線コネクタ 23">
            <a:extLst>
              <a:ext uri="{FF2B5EF4-FFF2-40B4-BE49-F238E27FC236}">
                <a16:creationId xmlns:a16="http://schemas.microsoft.com/office/drawing/2014/main" id="{FB0E7247-B940-4E27-99D1-4E36E419FECC}"/>
              </a:ext>
            </a:extLst>
          </p:cNvPr>
          <p:cNvCxnSpPr>
            <a:cxnSpLocks/>
          </p:cNvCxnSpPr>
          <p:nvPr/>
        </p:nvCxnSpPr>
        <p:spPr>
          <a:xfrm flipH="1">
            <a:off x="9985516" y="3119747"/>
            <a:ext cx="546428" cy="262921"/>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sp>
        <p:nvSpPr>
          <p:cNvPr id="26" name="テキスト ボックス 25">
            <a:extLst>
              <a:ext uri="{FF2B5EF4-FFF2-40B4-BE49-F238E27FC236}">
                <a16:creationId xmlns:a16="http://schemas.microsoft.com/office/drawing/2014/main" id="{642D9FCF-3834-4D24-8D40-819FC3C8DC91}"/>
              </a:ext>
            </a:extLst>
          </p:cNvPr>
          <p:cNvSpPr txBox="1"/>
          <p:nvPr/>
        </p:nvSpPr>
        <p:spPr>
          <a:xfrm>
            <a:off x="9985516" y="2646371"/>
            <a:ext cx="2471750" cy="523220"/>
          </a:xfrm>
          <a:prstGeom prst="rect">
            <a:avLst/>
          </a:prstGeom>
          <a:noFill/>
        </p:spPr>
        <p:txBody>
          <a:bodyPr wrap="square" rtlCol="0">
            <a:spAutoFit/>
          </a:bodyPr>
          <a:lstStyle/>
          <a:p>
            <a:r>
              <a:rPr lang="ja-JP" altLang="en-US" sz="2800" dirty="0"/>
              <a:t>通信システム</a:t>
            </a:r>
            <a:endParaRPr kumimoji="1" lang="ja-JP" altLang="en-US" sz="2800" dirty="0"/>
          </a:p>
        </p:txBody>
      </p:sp>
      <p:cxnSp>
        <p:nvCxnSpPr>
          <p:cNvPr id="27" name="直線コネクタ 26">
            <a:extLst>
              <a:ext uri="{FF2B5EF4-FFF2-40B4-BE49-F238E27FC236}">
                <a16:creationId xmlns:a16="http://schemas.microsoft.com/office/drawing/2014/main" id="{A7E03B7F-ED58-4259-86A4-06A21DBE5031}"/>
              </a:ext>
            </a:extLst>
          </p:cNvPr>
          <p:cNvCxnSpPr>
            <a:cxnSpLocks/>
          </p:cNvCxnSpPr>
          <p:nvPr/>
        </p:nvCxnSpPr>
        <p:spPr>
          <a:xfrm>
            <a:off x="5398052" y="3921199"/>
            <a:ext cx="703249" cy="188764"/>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sp>
        <p:nvSpPr>
          <p:cNvPr id="28" name="テキスト ボックス 27">
            <a:extLst>
              <a:ext uri="{FF2B5EF4-FFF2-40B4-BE49-F238E27FC236}">
                <a16:creationId xmlns:a16="http://schemas.microsoft.com/office/drawing/2014/main" id="{0704DEEC-C6A6-47AC-8087-A945FDB38BFD}"/>
              </a:ext>
            </a:extLst>
          </p:cNvPr>
          <p:cNvSpPr txBox="1"/>
          <p:nvPr/>
        </p:nvSpPr>
        <p:spPr>
          <a:xfrm>
            <a:off x="4745824" y="3429000"/>
            <a:ext cx="1018209" cy="523220"/>
          </a:xfrm>
          <a:prstGeom prst="rect">
            <a:avLst/>
          </a:prstGeom>
          <a:noFill/>
        </p:spPr>
        <p:txBody>
          <a:bodyPr wrap="square" rtlCol="0">
            <a:spAutoFit/>
          </a:bodyPr>
          <a:lstStyle/>
          <a:p>
            <a:r>
              <a:rPr lang="ja-JP" altLang="en-US" sz="2800" dirty="0"/>
              <a:t>標準</a:t>
            </a:r>
            <a:endParaRPr kumimoji="1" lang="ja-JP" altLang="en-US" sz="2800" dirty="0"/>
          </a:p>
        </p:txBody>
      </p:sp>
    </p:spTree>
    <p:extLst>
      <p:ext uri="{BB962C8B-B14F-4D97-AF65-F5344CB8AC3E}">
        <p14:creationId xmlns:p14="http://schemas.microsoft.com/office/powerpoint/2010/main" val="1193760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59068CB-80F4-481D-8BC5-353CA912BF55}"/>
              </a:ext>
            </a:extLst>
          </p:cNvPr>
          <p:cNvSpPr>
            <a:spLocks noGrp="1"/>
          </p:cNvSpPr>
          <p:nvPr>
            <p:ph type="title"/>
          </p:nvPr>
        </p:nvSpPr>
        <p:spPr/>
        <p:txBody>
          <a:bodyPr/>
          <a:lstStyle/>
          <a:p>
            <a:r>
              <a:rPr kumimoji="1" lang="ja-JP" altLang="en-US" dirty="0"/>
              <a:t>ゲーム画面（ボス①）</a:t>
            </a:r>
          </a:p>
        </p:txBody>
      </p:sp>
      <p:pic>
        <p:nvPicPr>
          <p:cNvPr id="5" name="コンテンツ プレースホルダー 4">
            <a:extLst>
              <a:ext uri="{FF2B5EF4-FFF2-40B4-BE49-F238E27FC236}">
                <a16:creationId xmlns:a16="http://schemas.microsoft.com/office/drawing/2014/main" id="{1EE4671E-BAF4-4ADB-AFBC-8044C706E6C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79040" y="2436177"/>
            <a:ext cx="7711570" cy="3923077"/>
          </a:xfrm>
        </p:spPr>
      </p:pic>
      <p:cxnSp>
        <p:nvCxnSpPr>
          <p:cNvPr id="6" name="直線コネクタ 5">
            <a:extLst>
              <a:ext uri="{FF2B5EF4-FFF2-40B4-BE49-F238E27FC236}">
                <a16:creationId xmlns:a16="http://schemas.microsoft.com/office/drawing/2014/main" id="{D71AA407-52B8-4E5F-B726-A05831F058E4}"/>
              </a:ext>
            </a:extLst>
          </p:cNvPr>
          <p:cNvCxnSpPr>
            <a:cxnSpLocks/>
          </p:cNvCxnSpPr>
          <p:nvPr/>
        </p:nvCxnSpPr>
        <p:spPr>
          <a:xfrm>
            <a:off x="4185920" y="2194560"/>
            <a:ext cx="774369" cy="822960"/>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sp>
        <p:nvSpPr>
          <p:cNvPr id="8" name="テキスト ボックス 7">
            <a:extLst>
              <a:ext uri="{FF2B5EF4-FFF2-40B4-BE49-F238E27FC236}">
                <a16:creationId xmlns:a16="http://schemas.microsoft.com/office/drawing/2014/main" id="{52810DF6-5F6C-41C3-AC23-B60D31AAC1D8}"/>
              </a:ext>
            </a:extLst>
          </p:cNvPr>
          <p:cNvSpPr txBox="1"/>
          <p:nvPr/>
        </p:nvSpPr>
        <p:spPr>
          <a:xfrm>
            <a:off x="3181184" y="1690688"/>
            <a:ext cx="3250096" cy="523220"/>
          </a:xfrm>
          <a:prstGeom prst="rect">
            <a:avLst/>
          </a:prstGeom>
          <a:noFill/>
        </p:spPr>
        <p:txBody>
          <a:bodyPr wrap="square" rtlCol="0">
            <a:spAutoFit/>
          </a:bodyPr>
          <a:lstStyle/>
          <a:p>
            <a:r>
              <a:rPr lang="ja-JP" altLang="en-US" sz="2800" dirty="0"/>
              <a:t>ボスの体力と名前</a:t>
            </a:r>
            <a:endParaRPr kumimoji="1" lang="ja-JP" altLang="en-US" sz="2800" dirty="0"/>
          </a:p>
        </p:txBody>
      </p:sp>
      <p:cxnSp>
        <p:nvCxnSpPr>
          <p:cNvPr id="9" name="直線コネクタ 8">
            <a:extLst>
              <a:ext uri="{FF2B5EF4-FFF2-40B4-BE49-F238E27FC236}">
                <a16:creationId xmlns:a16="http://schemas.microsoft.com/office/drawing/2014/main" id="{21890FDC-7B9D-4BE6-A5EC-0A263D095EF8}"/>
              </a:ext>
            </a:extLst>
          </p:cNvPr>
          <p:cNvCxnSpPr>
            <a:cxnSpLocks/>
          </p:cNvCxnSpPr>
          <p:nvPr/>
        </p:nvCxnSpPr>
        <p:spPr>
          <a:xfrm>
            <a:off x="1463040" y="4500880"/>
            <a:ext cx="1140129" cy="223520"/>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sp>
        <p:nvSpPr>
          <p:cNvPr id="11" name="テキスト ボックス 10">
            <a:extLst>
              <a:ext uri="{FF2B5EF4-FFF2-40B4-BE49-F238E27FC236}">
                <a16:creationId xmlns:a16="http://schemas.microsoft.com/office/drawing/2014/main" id="{122AFA56-ED5B-49D6-90B2-3952818204E3}"/>
              </a:ext>
            </a:extLst>
          </p:cNvPr>
          <p:cNvSpPr txBox="1"/>
          <p:nvPr/>
        </p:nvSpPr>
        <p:spPr>
          <a:xfrm>
            <a:off x="153504" y="3604916"/>
            <a:ext cx="2325536" cy="1384995"/>
          </a:xfrm>
          <a:prstGeom prst="rect">
            <a:avLst/>
          </a:prstGeom>
          <a:noFill/>
        </p:spPr>
        <p:txBody>
          <a:bodyPr wrap="square" rtlCol="0">
            <a:spAutoFit/>
          </a:bodyPr>
          <a:lstStyle/>
          <a:p>
            <a:r>
              <a:rPr lang="ja-JP" altLang="en-US" sz="2800" dirty="0"/>
              <a:t>ボスはレーダーで大きく表示したい</a:t>
            </a:r>
            <a:endParaRPr kumimoji="1" lang="ja-JP" altLang="en-US" sz="2800" dirty="0"/>
          </a:p>
        </p:txBody>
      </p:sp>
    </p:spTree>
    <p:extLst>
      <p:ext uri="{BB962C8B-B14F-4D97-AF65-F5344CB8AC3E}">
        <p14:creationId xmlns:p14="http://schemas.microsoft.com/office/powerpoint/2010/main" val="6944273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59068CB-80F4-481D-8BC5-353CA912BF55}"/>
              </a:ext>
            </a:extLst>
          </p:cNvPr>
          <p:cNvSpPr>
            <a:spLocks noGrp="1"/>
          </p:cNvSpPr>
          <p:nvPr>
            <p:ph type="title"/>
          </p:nvPr>
        </p:nvSpPr>
        <p:spPr/>
        <p:txBody>
          <a:bodyPr/>
          <a:lstStyle/>
          <a:p>
            <a:r>
              <a:rPr kumimoji="1" lang="ja-JP" altLang="en-US" dirty="0"/>
              <a:t>ゲーム画面（ボス②）</a:t>
            </a:r>
          </a:p>
        </p:txBody>
      </p:sp>
      <p:pic>
        <p:nvPicPr>
          <p:cNvPr id="10" name="コンテンツ プレースホルダー 9">
            <a:extLst>
              <a:ext uri="{FF2B5EF4-FFF2-40B4-BE49-F238E27FC236}">
                <a16:creationId xmlns:a16="http://schemas.microsoft.com/office/drawing/2014/main" id="{DC15ABCE-4C7E-4619-9B35-D6D70DBD640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81249" y="2357120"/>
            <a:ext cx="7635902" cy="3886537"/>
          </a:xfrm>
        </p:spPr>
      </p:pic>
      <p:cxnSp>
        <p:nvCxnSpPr>
          <p:cNvPr id="12" name="直線コネクタ 11">
            <a:extLst>
              <a:ext uri="{FF2B5EF4-FFF2-40B4-BE49-F238E27FC236}">
                <a16:creationId xmlns:a16="http://schemas.microsoft.com/office/drawing/2014/main" id="{15223674-1FB7-4539-B55E-F5AAFB6B82ED}"/>
              </a:ext>
            </a:extLst>
          </p:cNvPr>
          <p:cNvCxnSpPr>
            <a:cxnSpLocks/>
          </p:cNvCxnSpPr>
          <p:nvPr/>
        </p:nvCxnSpPr>
        <p:spPr>
          <a:xfrm>
            <a:off x="3627120" y="2174240"/>
            <a:ext cx="865809" cy="1254760"/>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sp>
        <p:nvSpPr>
          <p:cNvPr id="14" name="テキスト ボックス 13">
            <a:extLst>
              <a:ext uri="{FF2B5EF4-FFF2-40B4-BE49-F238E27FC236}">
                <a16:creationId xmlns:a16="http://schemas.microsoft.com/office/drawing/2014/main" id="{0FE9F4DE-3094-48EA-B9A3-28029A4C1A25}"/>
              </a:ext>
            </a:extLst>
          </p:cNvPr>
          <p:cNvSpPr txBox="1"/>
          <p:nvPr/>
        </p:nvSpPr>
        <p:spPr>
          <a:xfrm>
            <a:off x="3089192" y="1705462"/>
            <a:ext cx="1075856" cy="523220"/>
          </a:xfrm>
          <a:prstGeom prst="rect">
            <a:avLst/>
          </a:prstGeom>
          <a:noFill/>
        </p:spPr>
        <p:txBody>
          <a:bodyPr wrap="square" rtlCol="0">
            <a:spAutoFit/>
          </a:bodyPr>
          <a:lstStyle/>
          <a:p>
            <a:r>
              <a:rPr lang="ja-JP" altLang="en-US" sz="2800" dirty="0"/>
              <a:t>ボス</a:t>
            </a:r>
            <a:endParaRPr kumimoji="1" lang="ja-JP" altLang="en-US" sz="2800" dirty="0"/>
          </a:p>
        </p:txBody>
      </p:sp>
      <p:sp>
        <p:nvSpPr>
          <p:cNvPr id="15" name="テキスト ボックス 14">
            <a:extLst>
              <a:ext uri="{FF2B5EF4-FFF2-40B4-BE49-F238E27FC236}">
                <a16:creationId xmlns:a16="http://schemas.microsoft.com/office/drawing/2014/main" id="{0436A0AF-00BE-40DE-BE8D-BEC817E3D424}"/>
              </a:ext>
            </a:extLst>
          </p:cNvPr>
          <p:cNvSpPr txBox="1"/>
          <p:nvPr/>
        </p:nvSpPr>
        <p:spPr>
          <a:xfrm>
            <a:off x="6334760" y="358358"/>
            <a:ext cx="7098749" cy="1815882"/>
          </a:xfrm>
          <a:prstGeom prst="rect">
            <a:avLst/>
          </a:prstGeom>
          <a:noFill/>
        </p:spPr>
        <p:txBody>
          <a:bodyPr wrap="square" rtlCol="0">
            <a:spAutoFit/>
          </a:bodyPr>
          <a:lstStyle/>
          <a:p>
            <a:r>
              <a:rPr kumimoji="1" lang="ja-JP" altLang="en-US" sz="2800" dirty="0"/>
              <a:t>ボスは弾幕ゲーみたいな攻撃をしてくる</a:t>
            </a:r>
            <a:endParaRPr kumimoji="1" lang="en-US" altLang="ja-JP" sz="2800" dirty="0"/>
          </a:p>
          <a:p>
            <a:r>
              <a:rPr lang="ja-JP" altLang="en-US" sz="2800" dirty="0"/>
              <a:t>一回でクリアできる難易度じゃなく数回やって突破できる難易度を目指す</a:t>
            </a:r>
            <a:endParaRPr kumimoji="1" lang="en-US" altLang="ja-JP" sz="2800" dirty="0"/>
          </a:p>
          <a:p>
            <a:r>
              <a:rPr kumimoji="1" lang="ja-JP" altLang="en-US" sz="2800" dirty="0"/>
              <a:t>ボスの見た目を探す</a:t>
            </a:r>
          </a:p>
        </p:txBody>
      </p:sp>
      <p:cxnSp>
        <p:nvCxnSpPr>
          <p:cNvPr id="16" name="直線コネクタ 15">
            <a:extLst>
              <a:ext uri="{FF2B5EF4-FFF2-40B4-BE49-F238E27FC236}">
                <a16:creationId xmlns:a16="http://schemas.microsoft.com/office/drawing/2014/main" id="{F01D42A8-333C-4766-8C87-7A25E31C97E1}"/>
              </a:ext>
            </a:extLst>
          </p:cNvPr>
          <p:cNvCxnSpPr>
            <a:cxnSpLocks/>
          </p:cNvCxnSpPr>
          <p:nvPr/>
        </p:nvCxnSpPr>
        <p:spPr>
          <a:xfrm>
            <a:off x="2225040" y="3611880"/>
            <a:ext cx="1834984" cy="572938"/>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sp>
        <p:nvSpPr>
          <p:cNvPr id="18" name="テキスト ボックス 17">
            <a:extLst>
              <a:ext uri="{FF2B5EF4-FFF2-40B4-BE49-F238E27FC236}">
                <a16:creationId xmlns:a16="http://schemas.microsoft.com/office/drawing/2014/main" id="{12E1465D-A8FC-4C60-A8C4-8861A0D12750}"/>
              </a:ext>
            </a:extLst>
          </p:cNvPr>
          <p:cNvSpPr txBox="1"/>
          <p:nvPr/>
        </p:nvSpPr>
        <p:spPr>
          <a:xfrm>
            <a:off x="576800" y="3167390"/>
            <a:ext cx="2125759" cy="523220"/>
          </a:xfrm>
          <a:prstGeom prst="rect">
            <a:avLst/>
          </a:prstGeom>
          <a:noFill/>
        </p:spPr>
        <p:txBody>
          <a:bodyPr wrap="square" rtlCol="0">
            <a:spAutoFit/>
          </a:bodyPr>
          <a:lstStyle/>
          <a:p>
            <a:r>
              <a:rPr lang="ja-JP" altLang="en-US" sz="2800" dirty="0"/>
              <a:t>ボスの攻撃</a:t>
            </a:r>
            <a:endParaRPr kumimoji="1" lang="ja-JP" altLang="en-US" sz="2800" dirty="0"/>
          </a:p>
        </p:txBody>
      </p:sp>
    </p:spTree>
    <p:extLst>
      <p:ext uri="{BB962C8B-B14F-4D97-AF65-F5344CB8AC3E}">
        <p14:creationId xmlns:p14="http://schemas.microsoft.com/office/powerpoint/2010/main" val="526861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0A1094F-B4BA-4C99-9685-7CAF94211AC6}"/>
              </a:ext>
            </a:extLst>
          </p:cNvPr>
          <p:cNvSpPr>
            <a:spLocks noGrp="1"/>
          </p:cNvSpPr>
          <p:nvPr>
            <p:ph type="title"/>
          </p:nvPr>
        </p:nvSpPr>
        <p:spPr/>
        <p:txBody>
          <a:bodyPr/>
          <a:lstStyle/>
          <a:p>
            <a:r>
              <a:rPr kumimoji="1" lang="ja-JP" altLang="en-US" dirty="0"/>
              <a:t>ゲーム画面（アイテム）</a:t>
            </a:r>
          </a:p>
        </p:txBody>
      </p:sp>
      <p:pic>
        <p:nvPicPr>
          <p:cNvPr id="5" name="コンテンツ プレースホルダー 4">
            <a:extLst>
              <a:ext uri="{FF2B5EF4-FFF2-40B4-BE49-F238E27FC236}">
                <a16:creationId xmlns:a16="http://schemas.microsoft.com/office/drawing/2014/main" id="{73D8CF1A-8D08-4C73-B742-F463D3CE01F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58390" y="2422514"/>
            <a:ext cx="7620660" cy="3909399"/>
          </a:xfrm>
        </p:spPr>
      </p:pic>
      <p:cxnSp>
        <p:nvCxnSpPr>
          <p:cNvPr id="6" name="直線コネクタ 5">
            <a:extLst>
              <a:ext uri="{FF2B5EF4-FFF2-40B4-BE49-F238E27FC236}">
                <a16:creationId xmlns:a16="http://schemas.microsoft.com/office/drawing/2014/main" id="{554B09DE-D777-48EF-A632-FFAA3221695F}"/>
              </a:ext>
            </a:extLst>
          </p:cNvPr>
          <p:cNvCxnSpPr>
            <a:cxnSpLocks/>
          </p:cNvCxnSpPr>
          <p:nvPr/>
        </p:nvCxnSpPr>
        <p:spPr>
          <a:xfrm>
            <a:off x="3779520" y="2306320"/>
            <a:ext cx="418769" cy="833120"/>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sp>
        <p:nvSpPr>
          <p:cNvPr id="8" name="テキスト ボックス 7">
            <a:extLst>
              <a:ext uri="{FF2B5EF4-FFF2-40B4-BE49-F238E27FC236}">
                <a16:creationId xmlns:a16="http://schemas.microsoft.com/office/drawing/2014/main" id="{C0BB24CE-1E6D-4797-AAE2-9043FAC47175}"/>
              </a:ext>
            </a:extLst>
          </p:cNvPr>
          <p:cNvSpPr txBox="1"/>
          <p:nvPr/>
        </p:nvSpPr>
        <p:spPr>
          <a:xfrm>
            <a:off x="2085284" y="1760210"/>
            <a:ext cx="3807239" cy="523220"/>
          </a:xfrm>
          <a:prstGeom prst="rect">
            <a:avLst/>
          </a:prstGeom>
          <a:noFill/>
        </p:spPr>
        <p:txBody>
          <a:bodyPr wrap="square" rtlCol="0">
            <a:spAutoFit/>
          </a:bodyPr>
          <a:lstStyle/>
          <a:p>
            <a:r>
              <a:rPr kumimoji="1" lang="ja-JP" altLang="en-US" sz="2800" dirty="0"/>
              <a:t>アイテムを落とす隕石</a:t>
            </a:r>
          </a:p>
        </p:txBody>
      </p:sp>
      <p:cxnSp>
        <p:nvCxnSpPr>
          <p:cNvPr id="9" name="直線コネクタ 8">
            <a:extLst>
              <a:ext uri="{FF2B5EF4-FFF2-40B4-BE49-F238E27FC236}">
                <a16:creationId xmlns:a16="http://schemas.microsoft.com/office/drawing/2014/main" id="{A24B0C2B-24F3-45D8-B3CB-FB52396FAE02}"/>
              </a:ext>
            </a:extLst>
          </p:cNvPr>
          <p:cNvCxnSpPr>
            <a:cxnSpLocks/>
          </p:cNvCxnSpPr>
          <p:nvPr/>
        </p:nvCxnSpPr>
        <p:spPr>
          <a:xfrm flipH="1">
            <a:off x="7246289" y="1947857"/>
            <a:ext cx="747424" cy="1897703"/>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sp>
        <p:nvSpPr>
          <p:cNvPr id="11" name="テキスト ボックス 10">
            <a:extLst>
              <a:ext uri="{FF2B5EF4-FFF2-40B4-BE49-F238E27FC236}">
                <a16:creationId xmlns:a16="http://schemas.microsoft.com/office/drawing/2014/main" id="{CB10C46A-19A3-4104-8CAE-E647ED116964}"/>
              </a:ext>
            </a:extLst>
          </p:cNvPr>
          <p:cNvSpPr txBox="1"/>
          <p:nvPr/>
        </p:nvSpPr>
        <p:spPr>
          <a:xfrm>
            <a:off x="6800131" y="526087"/>
            <a:ext cx="3807239" cy="1384995"/>
          </a:xfrm>
          <a:prstGeom prst="rect">
            <a:avLst/>
          </a:prstGeom>
          <a:noFill/>
        </p:spPr>
        <p:txBody>
          <a:bodyPr wrap="square" rtlCol="0">
            <a:spAutoFit/>
          </a:bodyPr>
          <a:lstStyle/>
          <a:p>
            <a:r>
              <a:rPr kumimoji="1" lang="ja-JP" altLang="en-US" sz="2800" dirty="0"/>
              <a:t>ドロップしたアイテム</a:t>
            </a:r>
            <a:endParaRPr kumimoji="1" lang="en-US" altLang="ja-JP" sz="2800" dirty="0"/>
          </a:p>
          <a:p>
            <a:r>
              <a:rPr lang="ja-JP" altLang="en-US" sz="2800" dirty="0"/>
              <a:t>アイテムに当たると効果を受けれる</a:t>
            </a:r>
            <a:endParaRPr kumimoji="1" lang="ja-JP" altLang="en-US" sz="2800" dirty="0"/>
          </a:p>
        </p:txBody>
      </p:sp>
      <p:cxnSp>
        <p:nvCxnSpPr>
          <p:cNvPr id="12" name="直線コネクタ 11">
            <a:extLst>
              <a:ext uri="{FF2B5EF4-FFF2-40B4-BE49-F238E27FC236}">
                <a16:creationId xmlns:a16="http://schemas.microsoft.com/office/drawing/2014/main" id="{C6FE8766-2A5C-4B64-B0BC-901A62EBCD50}"/>
              </a:ext>
            </a:extLst>
          </p:cNvPr>
          <p:cNvCxnSpPr>
            <a:cxnSpLocks/>
          </p:cNvCxnSpPr>
          <p:nvPr/>
        </p:nvCxnSpPr>
        <p:spPr>
          <a:xfrm>
            <a:off x="2112950" y="4866640"/>
            <a:ext cx="2504108" cy="721360"/>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sp>
        <p:nvSpPr>
          <p:cNvPr id="14" name="テキスト ボックス 13">
            <a:extLst>
              <a:ext uri="{FF2B5EF4-FFF2-40B4-BE49-F238E27FC236}">
                <a16:creationId xmlns:a16="http://schemas.microsoft.com/office/drawing/2014/main" id="{946F4AB8-F16C-42D3-A0EF-572B46947CC3}"/>
              </a:ext>
            </a:extLst>
          </p:cNvPr>
          <p:cNvSpPr txBox="1"/>
          <p:nvPr/>
        </p:nvSpPr>
        <p:spPr>
          <a:xfrm>
            <a:off x="36611" y="4241898"/>
            <a:ext cx="3807239" cy="2246769"/>
          </a:xfrm>
          <a:prstGeom prst="rect">
            <a:avLst/>
          </a:prstGeom>
          <a:noFill/>
        </p:spPr>
        <p:txBody>
          <a:bodyPr wrap="square" rtlCol="0">
            <a:spAutoFit/>
          </a:bodyPr>
          <a:lstStyle/>
          <a:p>
            <a:r>
              <a:rPr kumimoji="1" lang="ja-JP" altLang="en-US" sz="2800" dirty="0"/>
              <a:t>拾ったアイテムが持続効果だったらここに表示される</a:t>
            </a:r>
            <a:endParaRPr kumimoji="1" lang="en-US" altLang="ja-JP" sz="2800" dirty="0"/>
          </a:p>
          <a:p>
            <a:r>
              <a:rPr lang="ja-JP" altLang="en-US" sz="2800" dirty="0"/>
              <a:t>時間はアイコンの表示で伝える</a:t>
            </a:r>
            <a:endParaRPr kumimoji="1" lang="ja-JP" altLang="en-US" sz="2800" dirty="0"/>
          </a:p>
        </p:txBody>
      </p:sp>
    </p:spTree>
    <p:extLst>
      <p:ext uri="{BB962C8B-B14F-4D97-AF65-F5344CB8AC3E}">
        <p14:creationId xmlns:p14="http://schemas.microsoft.com/office/powerpoint/2010/main" val="30334669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0EC3DDF-98AD-4423-BC0E-5EB6FE7E7CA3}"/>
              </a:ext>
            </a:extLst>
          </p:cNvPr>
          <p:cNvSpPr>
            <a:spLocks noGrp="1"/>
          </p:cNvSpPr>
          <p:nvPr>
            <p:ph type="title"/>
          </p:nvPr>
        </p:nvSpPr>
        <p:spPr/>
        <p:txBody>
          <a:bodyPr/>
          <a:lstStyle/>
          <a:p>
            <a:r>
              <a:rPr lang="ja-JP" altLang="en-US" dirty="0"/>
              <a:t>ゲーム開始（敵１）</a:t>
            </a:r>
            <a:endParaRPr kumimoji="1" lang="ja-JP" altLang="en-US" dirty="0"/>
          </a:p>
        </p:txBody>
      </p:sp>
      <p:pic>
        <p:nvPicPr>
          <p:cNvPr id="10" name="コンテンツ プレースホルダー 9">
            <a:extLst>
              <a:ext uri="{FF2B5EF4-FFF2-40B4-BE49-F238E27FC236}">
                <a16:creationId xmlns:a16="http://schemas.microsoft.com/office/drawing/2014/main" id="{D3C948E9-1935-4C05-9CBC-676ED7637AA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10129" y="2406005"/>
            <a:ext cx="7635902" cy="3901778"/>
          </a:xfrm>
        </p:spPr>
      </p:pic>
      <p:cxnSp>
        <p:nvCxnSpPr>
          <p:cNvPr id="11" name="直線コネクタ 10">
            <a:extLst>
              <a:ext uri="{FF2B5EF4-FFF2-40B4-BE49-F238E27FC236}">
                <a16:creationId xmlns:a16="http://schemas.microsoft.com/office/drawing/2014/main" id="{730AE067-7BAA-45D6-98A3-E7A92D823CE1}"/>
              </a:ext>
            </a:extLst>
          </p:cNvPr>
          <p:cNvCxnSpPr>
            <a:cxnSpLocks/>
          </p:cNvCxnSpPr>
          <p:nvPr/>
        </p:nvCxnSpPr>
        <p:spPr>
          <a:xfrm>
            <a:off x="4450080" y="2286000"/>
            <a:ext cx="365760" cy="853440"/>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sp>
        <p:nvSpPr>
          <p:cNvPr id="12" name="テキスト ボックス 11">
            <a:extLst>
              <a:ext uri="{FF2B5EF4-FFF2-40B4-BE49-F238E27FC236}">
                <a16:creationId xmlns:a16="http://schemas.microsoft.com/office/drawing/2014/main" id="{077DA888-1D8D-4FD3-9864-36D09751A845}"/>
              </a:ext>
            </a:extLst>
          </p:cNvPr>
          <p:cNvSpPr txBox="1"/>
          <p:nvPr/>
        </p:nvSpPr>
        <p:spPr>
          <a:xfrm>
            <a:off x="3978882" y="1786736"/>
            <a:ext cx="942396" cy="523220"/>
          </a:xfrm>
          <a:prstGeom prst="rect">
            <a:avLst/>
          </a:prstGeom>
          <a:noFill/>
        </p:spPr>
        <p:txBody>
          <a:bodyPr wrap="square" rtlCol="0">
            <a:spAutoFit/>
          </a:bodyPr>
          <a:lstStyle/>
          <a:p>
            <a:r>
              <a:rPr kumimoji="1" lang="ja-JP" altLang="en-US" sz="2800" dirty="0"/>
              <a:t>敵１</a:t>
            </a:r>
          </a:p>
        </p:txBody>
      </p:sp>
      <p:cxnSp>
        <p:nvCxnSpPr>
          <p:cNvPr id="14" name="直線コネクタ 13">
            <a:extLst>
              <a:ext uri="{FF2B5EF4-FFF2-40B4-BE49-F238E27FC236}">
                <a16:creationId xmlns:a16="http://schemas.microsoft.com/office/drawing/2014/main" id="{8ADF21E7-4C9F-4DE6-8DD9-414588D4837C}"/>
              </a:ext>
            </a:extLst>
          </p:cNvPr>
          <p:cNvCxnSpPr>
            <a:cxnSpLocks/>
          </p:cNvCxnSpPr>
          <p:nvPr/>
        </p:nvCxnSpPr>
        <p:spPr>
          <a:xfrm>
            <a:off x="2145969" y="3638704"/>
            <a:ext cx="2669871" cy="158432"/>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sp>
        <p:nvSpPr>
          <p:cNvPr id="16" name="テキスト ボックス 15">
            <a:extLst>
              <a:ext uri="{FF2B5EF4-FFF2-40B4-BE49-F238E27FC236}">
                <a16:creationId xmlns:a16="http://schemas.microsoft.com/office/drawing/2014/main" id="{4CFE63F2-3A77-4D88-8C1D-ADCE830D2C68}"/>
              </a:ext>
            </a:extLst>
          </p:cNvPr>
          <p:cNvSpPr txBox="1"/>
          <p:nvPr/>
        </p:nvSpPr>
        <p:spPr>
          <a:xfrm>
            <a:off x="746372" y="3115484"/>
            <a:ext cx="1925707" cy="523220"/>
          </a:xfrm>
          <a:prstGeom prst="rect">
            <a:avLst/>
          </a:prstGeom>
          <a:noFill/>
        </p:spPr>
        <p:txBody>
          <a:bodyPr wrap="square" rtlCol="0">
            <a:spAutoFit/>
          </a:bodyPr>
          <a:lstStyle/>
          <a:p>
            <a:r>
              <a:rPr kumimoji="1" lang="ja-JP" altLang="en-US" sz="2800" dirty="0"/>
              <a:t>敵１の弾</a:t>
            </a:r>
          </a:p>
        </p:txBody>
      </p:sp>
      <p:sp>
        <p:nvSpPr>
          <p:cNvPr id="17" name="テキスト ボックス 16">
            <a:extLst>
              <a:ext uri="{FF2B5EF4-FFF2-40B4-BE49-F238E27FC236}">
                <a16:creationId xmlns:a16="http://schemas.microsoft.com/office/drawing/2014/main" id="{ABE444C8-EA8A-4D21-973A-A1435E108EE8}"/>
              </a:ext>
            </a:extLst>
          </p:cNvPr>
          <p:cNvSpPr txBox="1"/>
          <p:nvPr/>
        </p:nvSpPr>
        <p:spPr>
          <a:xfrm>
            <a:off x="5902960" y="766296"/>
            <a:ext cx="4419600" cy="954107"/>
          </a:xfrm>
          <a:prstGeom prst="rect">
            <a:avLst/>
          </a:prstGeom>
          <a:noFill/>
        </p:spPr>
        <p:txBody>
          <a:bodyPr wrap="square" rtlCol="0">
            <a:spAutoFit/>
          </a:bodyPr>
          <a:lstStyle/>
          <a:p>
            <a:r>
              <a:rPr kumimoji="1" lang="ja-JP" altLang="en-US" sz="2800" dirty="0"/>
              <a:t>敵１はギミック無し</a:t>
            </a:r>
            <a:endParaRPr kumimoji="1" lang="en-US" altLang="ja-JP" sz="2800" dirty="0"/>
          </a:p>
          <a:p>
            <a:r>
              <a:rPr lang="ja-JP" altLang="en-US" sz="2800" dirty="0"/>
              <a:t>敵１の見た目を探す</a:t>
            </a:r>
            <a:endParaRPr kumimoji="1" lang="ja-JP" altLang="en-US" sz="2800" dirty="0"/>
          </a:p>
        </p:txBody>
      </p:sp>
    </p:spTree>
    <p:extLst>
      <p:ext uri="{BB962C8B-B14F-4D97-AF65-F5344CB8AC3E}">
        <p14:creationId xmlns:p14="http://schemas.microsoft.com/office/powerpoint/2010/main" val="25116536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A5E14EA-AC5B-447C-B5CF-6370E5503B80}"/>
              </a:ext>
            </a:extLst>
          </p:cNvPr>
          <p:cNvSpPr>
            <a:spLocks noGrp="1"/>
          </p:cNvSpPr>
          <p:nvPr>
            <p:ph type="title"/>
          </p:nvPr>
        </p:nvSpPr>
        <p:spPr/>
        <p:txBody>
          <a:bodyPr/>
          <a:lstStyle/>
          <a:p>
            <a:r>
              <a:rPr lang="ja-JP" altLang="en-US" dirty="0"/>
              <a:t>ゲーム開始（敵２）</a:t>
            </a:r>
            <a:endParaRPr kumimoji="1" lang="ja-JP" altLang="en-US" dirty="0"/>
          </a:p>
        </p:txBody>
      </p:sp>
      <p:pic>
        <p:nvPicPr>
          <p:cNvPr id="10" name="コンテンツ プレースホルダー 9">
            <a:extLst>
              <a:ext uri="{FF2B5EF4-FFF2-40B4-BE49-F238E27FC236}">
                <a16:creationId xmlns:a16="http://schemas.microsoft.com/office/drawing/2014/main" id="{6ADDBDEF-345B-4120-A009-A62A591C0DA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10129" y="2262494"/>
            <a:ext cx="7635902" cy="3924640"/>
          </a:xfrm>
        </p:spPr>
      </p:pic>
      <p:cxnSp>
        <p:nvCxnSpPr>
          <p:cNvPr id="11" name="直線コネクタ 10">
            <a:extLst>
              <a:ext uri="{FF2B5EF4-FFF2-40B4-BE49-F238E27FC236}">
                <a16:creationId xmlns:a16="http://schemas.microsoft.com/office/drawing/2014/main" id="{A75DA6AA-E47B-4E7D-9F5F-B41E91F1DDD2}"/>
              </a:ext>
            </a:extLst>
          </p:cNvPr>
          <p:cNvCxnSpPr>
            <a:cxnSpLocks/>
          </p:cNvCxnSpPr>
          <p:nvPr/>
        </p:nvCxnSpPr>
        <p:spPr>
          <a:xfrm>
            <a:off x="2145969" y="3638704"/>
            <a:ext cx="3577949" cy="201776"/>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cxnSp>
        <p:nvCxnSpPr>
          <p:cNvPr id="12" name="直線コネクタ 11">
            <a:extLst>
              <a:ext uri="{FF2B5EF4-FFF2-40B4-BE49-F238E27FC236}">
                <a16:creationId xmlns:a16="http://schemas.microsoft.com/office/drawing/2014/main" id="{E791D561-BD89-4EBD-A1D9-7DE6D9E4D71A}"/>
              </a:ext>
            </a:extLst>
          </p:cNvPr>
          <p:cNvCxnSpPr>
            <a:cxnSpLocks/>
          </p:cNvCxnSpPr>
          <p:nvPr/>
        </p:nvCxnSpPr>
        <p:spPr>
          <a:xfrm>
            <a:off x="5252720" y="2123440"/>
            <a:ext cx="365760" cy="853440"/>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sp>
        <p:nvSpPr>
          <p:cNvPr id="13" name="テキスト ボックス 12">
            <a:extLst>
              <a:ext uri="{FF2B5EF4-FFF2-40B4-BE49-F238E27FC236}">
                <a16:creationId xmlns:a16="http://schemas.microsoft.com/office/drawing/2014/main" id="{F4115FEC-E0B0-4042-8449-9B7E49A705AC}"/>
              </a:ext>
            </a:extLst>
          </p:cNvPr>
          <p:cNvSpPr txBox="1"/>
          <p:nvPr/>
        </p:nvSpPr>
        <p:spPr>
          <a:xfrm>
            <a:off x="4781522" y="1568132"/>
            <a:ext cx="942396" cy="523220"/>
          </a:xfrm>
          <a:prstGeom prst="rect">
            <a:avLst/>
          </a:prstGeom>
          <a:noFill/>
        </p:spPr>
        <p:txBody>
          <a:bodyPr wrap="square" rtlCol="0">
            <a:spAutoFit/>
          </a:bodyPr>
          <a:lstStyle/>
          <a:p>
            <a:r>
              <a:rPr kumimoji="1" lang="ja-JP" altLang="en-US" sz="2800" dirty="0"/>
              <a:t>敵２</a:t>
            </a:r>
          </a:p>
        </p:txBody>
      </p:sp>
      <p:sp>
        <p:nvSpPr>
          <p:cNvPr id="14" name="テキスト ボックス 13">
            <a:extLst>
              <a:ext uri="{FF2B5EF4-FFF2-40B4-BE49-F238E27FC236}">
                <a16:creationId xmlns:a16="http://schemas.microsoft.com/office/drawing/2014/main" id="{BC483A51-7B70-4AAB-9497-70E4907EAE43}"/>
              </a:ext>
            </a:extLst>
          </p:cNvPr>
          <p:cNvSpPr txBox="1"/>
          <p:nvPr/>
        </p:nvSpPr>
        <p:spPr>
          <a:xfrm>
            <a:off x="411092" y="2742242"/>
            <a:ext cx="2565788" cy="954107"/>
          </a:xfrm>
          <a:prstGeom prst="rect">
            <a:avLst/>
          </a:prstGeom>
          <a:noFill/>
        </p:spPr>
        <p:txBody>
          <a:bodyPr wrap="square" rtlCol="0">
            <a:spAutoFit/>
          </a:bodyPr>
          <a:lstStyle/>
          <a:p>
            <a:r>
              <a:rPr kumimoji="1" lang="ja-JP" altLang="en-US" sz="2800" dirty="0"/>
              <a:t>敵２の弾</a:t>
            </a:r>
            <a:endParaRPr kumimoji="1" lang="en-US" altLang="ja-JP" sz="2800" dirty="0"/>
          </a:p>
          <a:p>
            <a:r>
              <a:rPr lang="ja-JP" altLang="en-US" sz="2800" dirty="0"/>
              <a:t>（レーザー）</a:t>
            </a:r>
            <a:endParaRPr kumimoji="1" lang="ja-JP" altLang="en-US" sz="2800" dirty="0"/>
          </a:p>
        </p:txBody>
      </p:sp>
      <p:cxnSp>
        <p:nvCxnSpPr>
          <p:cNvPr id="16" name="直線コネクタ 15">
            <a:extLst>
              <a:ext uri="{FF2B5EF4-FFF2-40B4-BE49-F238E27FC236}">
                <a16:creationId xmlns:a16="http://schemas.microsoft.com/office/drawing/2014/main" id="{185BD94A-6780-4219-B414-82B9BE0D2E0F}"/>
              </a:ext>
            </a:extLst>
          </p:cNvPr>
          <p:cNvCxnSpPr>
            <a:cxnSpLocks/>
          </p:cNvCxnSpPr>
          <p:nvPr/>
        </p:nvCxnSpPr>
        <p:spPr>
          <a:xfrm>
            <a:off x="3176242" y="2181007"/>
            <a:ext cx="1799675" cy="1174224"/>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sp>
        <p:nvSpPr>
          <p:cNvPr id="19" name="テキスト ボックス 18">
            <a:extLst>
              <a:ext uri="{FF2B5EF4-FFF2-40B4-BE49-F238E27FC236}">
                <a16:creationId xmlns:a16="http://schemas.microsoft.com/office/drawing/2014/main" id="{38C428B2-CFF9-4CEF-BE84-BBC67DE2D563}"/>
              </a:ext>
            </a:extLst>
          </p:cNvPr>
          <p:cNvSpPr txBox="1"/>
          <p:nvPr/>
        </p:nvSpPr>
        <p:spPr>
          <a:xfrm>
            <a:off x="1389438" y="1629004"/>
            <a:ext cx="3724881" cy="523220"/>
          </a:xfrm>
          <a:prstGeom prst="rect">
            <a:avLst/>
          </a:prstGeom>
          <a:noFill/>
        </p:spPr>
        <p:txBody>
          <a:bodyPr wrap="square" rtlCol="0">
            <a:spAutoFit/>
          </a:bodyPr>
          <a:lstStyle/>
          <a:p>
            <a:r>
              <a:rPr kumimoji="1" lang="ja-JP" altLang="en-US" sz="2800" dirty="0"/>
              <a:t>敵２の前方にバリア</a:t>
            </a:r>
          </a:p>
        </p:txBody>
      </p:sp>
      <p:sp>
        <p:nvSpPr>
          <p:cNvPr id="20" name="テキスト ボックス 19">
            <a:extLst>
              <a:ext uri="{FF2B5EF4-FFF2-40B4-BE49-F238E27FC236}">
                <a16:creationId xmlns:a16="http://schemas.microsoft.com/office/drawing/2014/main" id="{6CC64FDA-A6B9-46EE-80A1-7E2EE04F150D}"/>
              </a:ext>
            </a:extLst>
          </p:cNvPr>
          <p:cNvSpPr txBox="1"/>
          <p:nvPr/>
        </p:nvSpPr>
        <p:spPr>
          <a:xfrm>
            <a:off x="5775863" y="119965"/>
            <a:ext cx="6239481" cy="1815882"/>
          </a:xfrm>
          <a:prstGeom prst="rect">
            <a:avLst/>
          </a:prstGeom>
          <a:noFill/>
        </p:spPr>
        <p:txBody>
          <a:bodyPr wrap="square" rtlCol="0">
            <a:spAutoFit/>
          </a:bodyPr>
          <a:lstStyle/>
          <a:p>
            <a:r>
              <a:rPr kumimoji="1" lang="ja-JP" altLang="en-US" sz="2800" dirty="0"/>
              <a:t>敵２の前方にバリアがある。正面から弾を当てて壊すか横から弾を通すかしないといけない</a:t>
            </a:r>
            <a:endParaRPr kumimoji="1" lang="en-US" altLang="ja-JP" sz="2800" dirty="0"/>
          </a:p>
          <a:p>
            <a:r>
              <a:rPr kumimoji="1" lang="ja-JP" altLang="en-US" sz="2800" dirty="0"/>
              <a:t>敵２の見た目を探す</a:t>
            </a:r>
          </a:p>
        </p:txBody>
      </p:sp>
    </p:spTree>
    <p:extLst>
      <p:ext uri="{BB962C8B-B14F-4D97-AF65-F5344CB8AC3E}">
        <p14:creationId xmlns:p14="http://schemas.microsoft.com/office/powerpoint/2010/main" val="8656491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1C114FE-EB82-4555-9F50-47544CAFC91B}"/>
              </a:ext>
            </a:extLst>
          </p:cNvPr>
          <p:cNvSpPr>
            <a:spLocks noGrp="1"/>
          </p:cNvSpPr>
          <p:nvPr>
            <p:ph type="title"/>
          </p:nvPr>
        </p:nvSpPr>
        <p:spPr/>
        <p:txBody>
          <a:bodyPr/>
          <a:lstStyle/>
          <a:p>
            <a:r>
              <a:rPr lang="ja-JP" altLang="en-US" dirty="0"/>
              <a:t>ゲーム開始（敵３）</a:t>
            </a:r>
            <a:endParaRPr kumimoji="1" lang="ja-JP" altLang="en-US" dirty="0"/>
          </a:p>
        </p:txBody>
      </p:sp>
      <p:pic>
        <p:nvPicPr>
          <p:cNvPr id="5" name="コンテンツ プレースホルダー 4">
            <a:extLst>
              <a:ext uri="{FF2B5EF4-FFF2-40B4-BE49-F238E27FC236}">
                <a16:creationId xmlns:a16="http://schemas.microsoft.com/office/drawing/2014/main" id="{51C23BB8-BC46-4318-A3B1-75B1A22A621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85999" y="2345045"/>
            <a:ext cx="7643522" cy="3901778"/>
          </a:xfrm>
        </p:spPr>
      </p:pic>
      <p:cxnSp>
        <p:nvCxnSpPr>
          <p:cNvPr id="6" name="直線コネクタ 5">
            <a:extLst>
              <a:ext uri="{FF2B5EF4-FFF2-40B4-BE49-F238E27FC236}">
                <a16:creationId xmlns:a16="http://schemas.microsoft.com/office/drawing/2014/main" id="{A39E5C6A-93B1-49F6-9BB4-2A2D6DF910F2}"/>
              </a:ext>
            </a:extLst>
          </p:cNvPr>
          <p:cNvCxnSpPr>
            <a:cxnSpLocks/>
          </p:cNvCxnSpPr>
          <p:nvPr/>
        </p:nvCxnSpPr>
        <p:spPr>
          <a:xfrm>
            <a:off x="4399280" y="2245360"/>
            <a:ext cx="464877" cy="2622495"/>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sp>
        <p:nvSpPr>
          <p:cNvPr id="10" name="テキスト ボックス 9">
            <a:extLst>
              <a:ext uri="{FF2B5EF4-FFF2-40B4-BE49-F238E27FC236}">
                <a16:creationId xmlns:a16="http://schemas.microsoft.com/office/drawing/2014/main" id="{549C0FBE-3F9B-40A4-AFB3-2B34302D2C8E}"/>
              </a:ext>
            </a:extLst>
          </p:cNvPr>
          <p:cNvSpPr txBox="1"/>
          <p:nvPr/>
        </p:nvSpPr>
        <p:spPr>
          <a:xfrm>
            <a:off x="4070322" y="1706414"/>
            <a:ext cx="942396" cy="523220"/>
          </a:xfrm>
          <a:prstGeom prst="rect">
            <a:avLst/>
          </a:prstGeom>
          <a:noFill/>
        </p:spPr>
        <p:txBody>
          <a:bodyPr wrap="square" rtlCol="0">
            <a:spAutoFit/>
          </a:bodyPr>
          <a:lstStyle/>
          <a:p>
            <a:r>
              <a:rPr kumimoji="1" lang="ja-JP" altLang="en-US" sz="2800" dirty="0"/>
              <a:t>敵３</a:t>
            </a:r>
          </a:p>
        </p:txBody>
      </p:sp>
      <p:sp>
        <p:nvSpPr>
          <p:cNvPr id="11" name="テキスト ボックス 10">
            <a:extLst>
              <a:ext uri="{FF2B5EF4-FFF2-40B4-BE49-F238E27FC236}">
                <a16:creationId xmlns:a16="http://schemas.microsoft.com/office/drawing/2014/main" id="{5317BE4F-C15E-4A1D-90E5-7315285E0609}"/>
              </a:ext>
            </a:extLst>
          </p:cNvPr>
          <p:cNvSpPr txBox="1"/>
          <p:nvPr/>
        </p:nvSpPr>
        <p:spPr>
          <a:xfrm>
            <a:off x="5775863" y="119965"/>
            <a:ext cx="6239481" cy="1815882"/>
          </a:xfrm>
          <a:prstGeom prst="rect">
            <a:avLst/>
          </a:prstGeom>
          <a:noFill/>
        </p:spPr>
        <p:txBody>
          <a:bodyPr wrap="square" rtlCol="0">
            <a:spAutoFit/>
          </a:bodyPr>
          <a:lstStyle/>
          <a:p>
            <a:r>
              <a:rPr kumimoji="1" lang="ja-JP" altLang="en-US" sz="2800" dirty="0"/>
              <a:t>敵３は弾を撃たない。</a:t>
            </a:r>
            <a:endParaRPr kumimoji="1" lang="en-US" altLang="ja-JP" sz="2800" dirty="0"/>
          </a:p>
          <a:p>
            <a:r>
              <a:rPr lang="ja-JP" altLang="en-US" sz="2800" dirty="0"/>
              <a:t>その代わりプレイヤーに近づいて自爆する。倒しても爆発する</a:t>
            </a:r>
            <a:endParaRPr lang="en-US" altLang="ja-JP" sz="2800" dirty="0"/>
          </a:p>
          <a:p>
            <a:r>
              <a:rPr lang="ja-JP" altLang="en-US" sz="2800" dirty="0"/>
              <a:t>敵３の見た目を探す</a:t>
            </a:r>
            <a:endParaRPr lang="en-US" altLang="ja-JP" sz="2800" dirty="0"/>
          </a:p>
        </p:txBody>
      </p:sp>
    </p:spTree>
    <p:extLst>
      <p:ext uri="{BB962C8B-B14F-4D97-AF65-F5344CB8AC3E}">
        <p14:creationId xmlns:p14="http://schemas.microsoft.com/office/powerpoint/2010/main" val="38545084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6EEC022-DC3C-4C21-BB91-0EC05AC04F0E}"/>
              </a:ext>
            </a:extLst>
          </p:cNvPr>
          <p:cNvSpPr>
            <a:spLocks noGrp="1"/>
          </p:cNvSpPr>
          <p:nvPr>
            <p:ph type="title"/>
          </p:nvPr>
        </p:nvSpPr>
        <p:spPr/>
        <p:txBody>
          <a:bodyPr/>
          <a:lstStyle/>
          <a:p>
            <a:r>
              <a:rPr lang="ja-JP" altLang="en-US" dirty="0"/>
              <a:t>ゲーム開始（敵４）</a:t>
            </a:r>
            <a:endParaRPr kumimoji="1" lang="ja-JP" altLang="en-US" dirty="0"/>
          </a:p>
        </p:txBody>
      </p:sp>
      <p:pic>
        <p:nvPicPr>
          <p:cNvPr id="5" name="コンテンツ プレースホルダー 4">
            <a:extLst>
              <a:ext uri="{FF2B5EF4-FFF2-40B4-BE49-F238E27FC236}">
                <a16:creationId xmlns:a16="http://schemas.microsoft.com/office/drawing/2014/main" id="{281A0254-9776-4453-8A54-9174E91AA49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44419" y="2381877"/>
            <a:ext cx="7628281" cy="3848433"/>
          </a:xfrm>
        </p:spPr>
      </p:pic>
      <p:cxnSp>
        <p:nvCxnSpPr>
          <p:cNvPr id="6" name="直線コネクタ 5">
            <a:extLst>
              <a:ext uri="{FF2B5EF4-FFF2-40B4-BE49-F238E27FC236}">
                <a16:creationId xmlns:a16="http://schemas.microsoft.com/office/drawing/2014/main" id="{CA4A72EE-7650-4540-9060-EE871EF5324A}"/>
              </a:ext>
            </a:extLst>
          </p:cNvPr>
          <p:cNvCxnSpPr>
            <a:cxnSpLocks/>
          </p:cNvCxnSpPr>
          <p:nvPr/>
        </p:nvCxnSpPr>
        <p:spPr>
          <a:xfrm>
            <a:off x="3698240" y="2092960"/>
            <a:ext cx="599440" cy="1036320"/>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sp>
        <p:nvSpPr>
          <p:cNvPr id="10" name="テキスト ボックス 9">
            <a:extLst>
              <a:ext uri="{FF2B5EF4-FFF2-40B4-BE49-F238E27FC236}">
                <a16:creationId xmlns:a16="http://schemas.microsoft.com/office/drawing/2014/main" id="{B56B7A24-0F02-4870-A7A1-5B2558F25409}"/>
              </a:ext>
            </a:extLst>
          </p:cNvPr>
          <p:cNvSpPr txBox="1"/>
          <p:nvPr/>
        </p:nvSpPr>
        <p:spPr>
          <a:xfrm>
            <a:off x="3214858" y="1630214"/>
            <a:ext cx="942396" cy="523220"/>
          </a:xfrm>
          <a:prstGeom prst="rect">
            <a:avLst/>
          </a:prstGeom>
          <a:noFill/>
        </p:spPr>
        <p:txBody>
          <a:bodyPr wrap="square" rtlCol="0">
            <a:spAutoFit/>
          </a:bodyPr>
          <a:lstStyle/>
          <a:p>
            <a:r>
              <a:rPr kumimoji="1" lang="ja-JP" altLang="en-US" sz="2800" dirty="0"/>
              <a:t>敵４</a:t>
            </a:r>
          </a:p>
        </p:txBody>
      </p:sp>
      <p:sp>
        <p:nvSpPr>
          <p:cNvPr id="11" name="テキスト ボックス 10">
            <a:extLst>
              <a:ext uri="{FF2B5EF4-FFF2-40B4-BE49-F238E27FC236}">
                <a16:creationId xmlns:a16="http://schemas.microsoft.com/office/drawing/2014/main" id="{4D337D11-C11F-417C-8E6F-6D9F5E21F3A4}"/>
              </a:ext>
            </a:extLst>
          </p:cNvPr>
          <p:cNvSpPr txBox="1"/>
          <p:nvPr/>
        </p:nvSpPr>
        <p:spPr>
          <a:xfrm>
            <a:off x="5775863" y="119965"/>
            <a:ext cx="6239481" cy="1384995"/>
          </a:xfrm>
          <a:prstGeom prst="rect">
            <a:avLst/>
          </a:prstGeom>
          <a:noFill/>
        </p:spPr>
        <p:txBody>
          <a:bodyPr wrap="square" rtlCol="0">
            <a:spAutoFit/>
          </a:bodyPr>
          <a:lstStyle/>
          <a:p>
            <a:r>
              <a:rPr kumimoji="1" lang="ja-JP" altLang="en-US" sz="2800" dirty="0"/>
              <a:t>敵４はワープして弾を撃つを繰り返す</a:t>
            </a:r>
            <a:endParaRPr kumimoji="1" lang="en-US" altLang="ja-JP" sz="2800" dirty="0"/>
          </a:p>
          <a:p>
            <a:r>
              <a:rPr lang="ja-JP" altLang="en-US" sz="2800" dirty="0"/>
              <a:t>ワープ後は硬直がある</a:t>
            </a:r>
            <a:endParaRPr lang="en-US" altLang="ja-JP" sz="2800" dirty="0"/>
          </a:p>
          <a:p>
            <a:r>
              <a:rPr lang="ja-JP" altLang="en-US" sz="2800" dirty="0"/>
              <a:t>敵４の見た目を探す</a:t>
            </a:r>
            <a:endParaRPr lang="en-US" altLang="ja-JP" sz="2800" dirty="0"/>
          </a:p>
        </p:txBody>
      </p:sp>
      <p:cxnSp>
        <p:nvCxnSpPr>
          <p:cNvPr id="12" name="直線コネクタ 11">
            <a:extLst>
              <a:ext uri="{FF2B5EF4-FFF2-40B4-BE49-F238E27FC236}">
                <a16:creationId xmlns:a16="http://schemas.microsoft.com/office/drawing/2014/main" id="{2BA0AAAA-E5A3-43ED-9CD8-07FC15FA86DE}"/>
              </a:ext>
            </a:extLst>
          </p:cNvPr>
          <p:cNvCxnSpPr>
            <a:cxnSpLocks/>
          </p:cNvCxnSpPr>
          <p:nvPr/>
        </p:nvCxnSpPr>
        <p:spPr>
          <a:xfrm>
            <a:off x="2062480" y="3606800"/>
            <a:ext cx="2472718" cy="147238"/>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sp>
        <p:nvSpPr>
          <p:cNvPr id="14" name="テキスト ボックス 13">
            <a:extLst>
              <a:ext uri="{FF2B5EF4-FFF2-40B4-BE49-F238E27FC236}">
                <a16:creationId xmlns:a16="http://schemas.microsoft.com/office/drawing/2014/main" id="{2179A213-187F-4F76-96FE-35936B4A518B}"/>
              </a:ext>
            </a:extLst>
          </p:cNvPr>
          <p:cNvSpPr txBox="1"/>
          <p:nvPr/>
        </p:nvSpPr>
        <p:spPr>
          <a:xfrm>
            <a:off x="482212" y="3230818"/>
            <a:ext cx="2200028" cy="523220"/>
          </a:xfrm>
          <a:prstGeom prst="rect">
            <a:avLst/>
          </a:prstGeom>
          <a:noFill/>
        </p:spPr>
        <p:txBody>
          <a:bodyPr wrap="square" rtlCol="0">
            <a:spAutoFit/>
          </a:bodyPr>
          <a:lstStyle/>
          <a:p>
            <a:r>
              <a:rPr kumimoji="1" lang="ja-JP" altLang="en-US" sz="2800" dirty="0"/>
              <a:t>敵４の弾</a:t>
            </a:r>
            <a:endParaRPr kumimoji="1" lang="en-US" altLang="ja-JP" sz="2800" dirty="0"/>
          </a:p>
        </p:txBody>
      </p:sp>
      <p:cxnSp>
        <p:nvCxnSpPr>
          <p:cNvPr id="17" name="直線コネクタ 16">
            <a:extLst>
              <a:ext uri="{FF2B5EF4-FFF2-40B4-BE49-F238E27FC236}">
                <a16:creationId xmlns:a16="http://schemas.microsoft.com/office/drawing/2014/main" id="{E1F81D79-BAF9-4B8B-BA20-E1475E5CA27C}"/>
              </a:ext>
            </a:extLst>
          </p:cNvPr>
          <p:cNvCxnSpPr>
            <a:cxnSpLocks/>
          </p:cNvCxnSpPr>
          <p:nvPr/>
        </p:nvCxnSpPr>
        <p:spPr>
          <a:xfrm flipH="1">
            <a:off x="6309922" y="2196149"/>
            <a:ext cx="720798" cy="1108693"/>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sp>
        <p:nvSpPr>
          <p:cNvPr id="20" name="テキスト ボックス 19">
            <a:extLst>
              <a:ext uri="{FF2B5EF4-FFF2-40B4-BE49-F238E27FC236}">
                <a16:creationId xmlns:a16="http://schemas.microsoft.com/office/drawing/2014/main" id="{85988BC2-486A-4FBD-865A-4FB7A81CD7DA}"/>
              </a:ext>
            </a:extLst>
          </p:cNvPr>
          <p:cNvSpPr txBox="1"/>
          <p:nvPr/>
        </p:nvSpPr>
        <p:spPr>
          <a:xfrm>
            <a:off x="6813130" y="1733403"/>
            <a:ext cx="2838869" cy="523220"/>
          </a:xfrm>
          <a:prstGeom prst="rect">
            <a:avLst/>
          </a:prstGeom>
          <a:noFill/>
        </p:spPr>
        <p:txBody>
          <a:bodyPr wrap="square" rtlCol="0">
            <a:spAutoFit/>
          </a:bodyPr>
          <a:lstStyle/>
          <a:p>
            <a:r>
              <a:rPr kumimoji="1" lang="ja-JP" altLang="en-US" sz="2800" dirty="0"/>
              <a:t>ワープ後の敵４</a:t>
            </a:r>
          </a:p>
        </p:txBody>
      </p:sp>
    </p:spTree>
    <p:extLst>
      <p:ext uri="{BB962C8B-B14F-4D97-AF65-F5344CB8AC3E}">
        <p14:creationId xmlns:p14="http://schemas.microsoft.com/office/powerpoint/2010/main" val="35354274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96DA16B-191D-4F5C-9DEC-F1ADC6C0187D}"/>
              </a:ext>
            </a:extLst>
          </p:cNvPr>
          <p:cNvSpPr>
            <a:spLocks noGrp="1"/>
          </p:cNvSpPr>
          <p:nvPr>
            <p:ph type="title"/>
          </p:nvPr>
        </p:nvSpPr>
        <p:spPr/>
        <p:txBody>
          <a:bodyPr/>
          <a:lstStyle/>
          <a:p>
            <a:r>
              <a:rPr lang="ja-JP" altLang="en-US" dirty="0"/>
              <a:t>ゲーム開始（敵５）</a:t>
            </a:r>
            <a:endParaRPr kumimoji="1" lang="ja-JP" altLang="en-US" dirty="0"/>
          </a:p>
        </p:txBody>
      </p:sp>
      <p:pic>
        <p:nvPicPr>
          <p:cNvPr id="5" name="コンテンツ プレースホルダー 4">
            <a:extLst>
              <a:ext uri="{FF2B5EF4-FFF2-40B4-BE49-F238E27FC236}">
                <a16:creationId xmlns:a16="http://schemas.microsoft.com/office/drawing/2014/main" id="{B46B1DA9-A86E-4628-89B2-EF4B2D24337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58390" y="2389495"/>
            <a:ext cx="7620660" cy="3894157"/>
          </a:xfrm>
        </p:spPr>
      </p:pic>
      <p:cxnSp>
        <p:nvCxnSpPr>
          <p:cNvPr id="6" name="直線コネクタ 5">
            <a:extLst>
              <a:ext uri="{FF2B5EF4-FFF2-40B4-BE49-F238E27FC236}">
                <a16:creationId xmlns:a16="http://schemas.microsoft.com/office/drawing/2014/main" id="{2B012A9A-AD19-46A5-BE8A-D3B1594C5869}"/>
              </a:ext>
            </a:extLst>
          </p:cNvPr>
          <p:cNvCxnSpPr>
            <a:cxnSpLocks/>
          </p:cNvCxnSpPr>
          <p:nvPr/>
        </p:nvCxnSpPr>
        <p:spPr>
          <a:xfrm>
            <a:off x="2834640" y="2164080"/>
            <a:ext cx="680720" cy="670560"/>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sp>
        <p:nvSpPr>
          <p:cNvPr id="8" name="テキスト ボックス 7">
            <a:extLst>
              <a:ext uri="{FF2B5EF4-FFF2-40B4-BE49-F238E27FC236}">
                <a16:creationId xmlns:a16="http://schemas.microsoft.com/office/drawing/2014/main" id="{497943B7-CED5-4838-89C8-0AA270906618}"/>
              </a:ext>
            </a:extLst>
          </p:cNvPr>
          <p:cNvSpPr txBox="1"/>
          <p:nvPr/>
        </p:nvSpPr>
        <p:spPr>
          <a:xfrm>
            <a:off x="2363442" y="1665774"/>
            <a:ext cx="942396" cy="523220"/>
          </a:xfrm>
          <a:prstGeom prst="rect">
            <a:avLst/>
          </a:prstGeom>
          <a:noFill/>
        </p:spPr>
        <p:txBody>
          <a:bodyPr wrap="square" rtlCol="0">
            <a:spAutoFit/>
          </a:bodyPr>
          <a:lstStyle/>
          <a:p>
            <a:r>
              <a:rPr kumimoji="1" lang="ja-JP" altLang="en-US" sz="2800" dirty="0"/>
              <a:t>敵５</a:t>
            </a:r>
          </a:p>
        </p:txBody>
      </p:sp>
      <p:cxnSp>
        <p:nvCxnSpPr>
          <p:cNvPr id="9" name="直線コネクタ 8">
            <a:extLst>
              <a:ext uri="{FF2B5EF4-FFF2-40B4-BE49-F238E27FC236}">
                <a16:creationId xmlns:a16="http://schemas.microsoft.com/office/drawing/2014/main" id="{C703F378-DDAA-4C44-ABC3-3B2E6AE293A2}"/>
              </a:ext>
            </a:extLst>
          </p:cNvPr>
          <p:cNvCxnSpPr>
            <a:cxnSpLocks/>
          </p:cNvCxnSpPr>
          <p:nvPr/>
        </p:nvCxnSpPr>
        <p:spPr>
          <a:xfrm>
            <a:off x="2021840" y="3220720"/>
            <a:ext cx="1757680" cy="87312"/>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sp>
        <p:nvSpPr>
          <p:cNvPr id="11" name="テキスト ボックス 10">
            <a:extLst>
              <a:ext uri="{FF2B5EF4-FFF2-40B4-BE49-F238E27FC236}">
                <a16:creationId xmlns:a16="http://schemas.microsoft.com/office/drawing/2014/main" id="{8F349091-772C-4D34-80B7-857B8A9C412E}"/>
              </a:ext>
            </a:extLst>
          </p:cNvPr>
          <p:cNvSpPr txBox="1"/>
          <p:nvPr/>
        </p:nvSpPr>
        <p:spPr>
          <a:xfrm>
            <a:off x="258362" y="2620479"/>
            <a:ext cx="2200028" cy="954107"/>
          </a:xfrm>
          <a:prstGeom prst="rect">
            <a:avLst/>
          </a:prstGeom>
          <a:noFill/>
        </p:spPr>
        <p:txBody>
          <a:bodyPr wrap="square" rtlCol="0">
            <a:spAutoFit/>
          </a:bodyPr>
          <a:lstStyle/>
          <a:p>
            <a:r>
              <a:rPr kumimoji="1" lang="ja-JP" altLang="en-US" sz="2800" dirty="0"/>
              <a:t>敵５の弾</a:t>
            </a:r>
            <a:endParaRPr kumimoji="1" lang="en-US" altLang="ja-JP" sz="2800" dirty="0"/>
          </a:p>
          <a:p>
            <a:r>
              <a:rPr lang="ja-JP" altLang="en-US" sz="2800" dirty="0"/>
              <a:t>（デバフ）</a:t>
            </a:r>
            <a:endParaRPr kumimoji="1" lang="en-US" altLang="ja-JP" sz="2800" dirty="0"/>
          </a:p>
        </p:txBody>
      </p:sp>
      <p:sp>
        <p:nvSpPr>
          <p:cNvPr id="12" name="テキスト ボックス 11">
            <a:extLst>
              <a:ext uri="{FF2B5EF4-FFF2-40B4-BE49-F238E27FC236}">
                <a16:creationId xmlns:a16="http://schemas.microsoft.com/office/drawing/2014/main" id="{A0927AC9-F897-407B-864F-0AE9E5479BD1}"/>
              </a:ext>
            </a:extLst>
          </p:cNvPr>
          <p:cNvSpPr txBox="1"/>
          <p:nvPr/>
        </p:nvSpPr>
        <p:spPr>
          <a:xfrm>
            <a:off x="5653943" y="142726"/>
            <a:ext cx="6720937" cy="2246769"/>
          </a:xfrm>
          <a:prstGeom prst="rect">
            <a:avLst/>
          </a:prstGeom>
          <a:noFill/>
        </p:spPr>
        <p:txBody>
          <a:bodyPr wrap="square" rtlCol="0">
            <a:spAutoFit/>
          </a:bodyPr>
          <a:lstStyle/>
          <a:p>
            <a:r>
              <a:rPr kumimoji="1" lang="ja-JP" altLang="en-US" sz="2800" dirty="0"/>
              <a:t>敵５はプレイヤーから距離を取りながら戦う。弾を撃つより距離をとることを優先する</a:t>
            </a:r>
            <a:endParaRPr kumimoji="1" lang="en-US" altLang="ja-JP" sz="2800" dirty="0"/>
          </a:p>
          <a:p>
            <a:r>
              <a:rPr lang="ja-JP" altLang="en-US" sz="2800" dirty="0"/>
              <a:t>デバフ弾に当たると移動速度が遅くなる</a:t>
            </a:r>
            <a:endParaRPr kumimoji="1" lang="en-US" altLang="ja-JP" sz="2800" dirty="0"/>
          </a:p>
          <a:p>
            <a:r>
              <a:rPr lang="ja-JP" altLang="en-US" sz="2800" dirty="0"/>
              <a:t>敵５の見た目を探す</a:t>
            </a:r>
            <a:endParaRPr lang="en-US" altLang="ja-JP" sz="2800" dirty="0"/>
          </a:p>
        </p:txBody>
      </p:sp>
    </p:spTree>
    <p:extLst>
      <p:ext uri="{BB962C8B-B14F-4D97-AF65-F5344CB8AC3E}">
        <p14:creationId xmlns:p14="http://schemas.microsoft.com/office/powerpoint/2010/main" val="154930506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9C998F3-C6D6-441E-823A-852856EC1332}"/>
              </a:ext>
            </a:extLst>
          </p:cNvPr>
          <p:cNvSpPr>
            <a:spLocks noGrp="1"/>
          </p:cNvSpPr>
          <p:nvPr>
            <p:ph type="title"/>
          </p:nvPr>
        </p:nvSpPr>
        <p:spPr/>
        <p:txBody>
          <a:bodyPr/>
          <a:lstStyle/>
          <a:p>
            <a:r>
              <a:rPr lang="ja-JP" altLang="en-US" dirty="0"/>
              <a:t>ゲーム開始（プレイヤー）</a:t>
            </a:r>
            <a:endParaRPr kumimoji="1" lang="ja-JP" altLang="en-US" dirty="0"/>
          </a:p>
        </p:txBody>
      </p:sp>
      <p:pic>
        <p:nvPicPr>
          <p:cNvPr id="7" name="コンテンツ プレースホルダー 6">
            <a:extLst>
              <a:ext uri="{FF2B5EF4-FFF2-40B4-BE49-F238E27FC236}">
                <a16:creationId xmlns:a16="http://schemas.microsoft.com/office/drawing/2014/main" id="{F5D9BCA7-6C69-45DB-8C81-06D226623DF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48230" y="2313294"/>
            <a:ext cx="7620660" cy="3924640"/>
          </a:xfrm>
        </p:spPr>
      </p:pic>
      <p:cxnSp>
        <p:nvCxnSpPr>
          <p:cNvPr id="8" name="直線コネクタ 7">
            <a:extLst>
              <a:ext uri="{FF2B5EF4-FFF2-40B4-BE49-F238E27FC236}">
                <a16:creationId xmlns:a16="http://schemas.microsoft.com/office/drawing/2014/main" id="{787A1E67-1A82-4A2D-808B-5B54C061EA88}"/>
              </a:ext>
            </a:extLst>
          </p:cNvPr>
          <p:cNvCxnSpPr>
            <a:cxnSpLocks/>
          </p:cNvCxnSpPr>
          <p:nvPr/>
        </p:nvCxnSpPr>
        <p:spPr>
          <a:xfrm>
            <a:off x="2123110" y="4836160"/>
            <a:ext cx="3607130" cy="203200"/>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sp>
        <p:nvSpPr>
          <p:cNvPr id="11" name="テキスト ボックス 10">
            <a:extLst>
              <a:ext uri="{FF2B5EF4-FFF2-40B4-BE49-F238E27FC236}">
                <a16:creationId xmlns:a16="http://schemas.microsoft.com/office/drawing/2014/main" id="{C4A8A992-002D-4854-B2D7-F68025A9F085}"/>
              </a:ext>
            </a:extLst>
          </p:cNvPr>
          <p:cNvSpPr txBox="1"/>
          <p:nvPr/>
        </p:nvSpPr>
        <p:spPr>
          <a:xfrm>
            <a:off x="554962" y="4414540"/>
            <a:ext cx="2584478" cy="523220"/>
          </a:xfrm>
          <a:prstGeom prst="rect">
            <a:avLst/>
          </a:prstGeom>
          <a:noFill/>
        </p:spPr>
        <p:txBody>
          <a:bodyPr wrap="square" rtlCol="0">
            <a:spAutoFit/>
          </a:bodyPr>
          <a:lstStyle/>
          <a:p>
            <a:r>
              <a:rPr kumimoji="1" lang="ja-JP" altLang="en-US" sz="2800" dirty="0"/>
              <a:t>プレイヤー</a:t>
            </a:r>
          </a:p>
        </p:txBody>
      </p:sp>
      <p:cxnSp>
        <p:nvCxnSpPr>
          <p:cNvPr id="12" name="直線コネクタ 11">
            <a:extLst>
              <a:ext uri="{FF2B5EF4-FFF2-40B4-BE49-F238E27FC236}">
                <a16:creationId xmlns:a16="http://schemas.microsoft.com/office/drawing/2014/main" id="{BEBF5A8B-EC52-4D72-9048-0A2D216BB643}"/>
              </a:ext>
            </a:extLst>
          </p:cNvPr>
          <p:cNvCxnSpPr>
            <a:cxnSpLocks/>
          </p:cNvCxnSpPr>
          <p:nvPr/>
        </p:nvCxnSpPr>
        <p:spPr>
          <a:xfrm>
            <a:off x="2123110" y="3791934"/>
            <a:ext cx="4054170" cy="523220"/>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sp>
        <p:nvSpPr>
          <p:cNvPr id="14" name="テキスト ボックス 13">
            <a:extLst>
              <a:ext uri="{FF2B5EF4-FFF2-40B4-BE49-F238E27FC236}">
                <a16:creationId xmlns:a16="http://schemas.microsoft.com/office/drawing/2014/main" id="{C3F69F52-9114-4A62-82A4-FDEE90E6E984}"/>
              </a:ext>
            </a:extLst>
          </p:cNvPr>
          <p:cNvSpPr txBox="1"/>
          <p:nvPr/>
        </p:nvSpPr>
        <p:spPr>
          <a:xfrm>
            <a:off x="554962" y="3249623"/>
            <a:ext cx="2330314" cy="954107"/>
          </a:xfrm>
          <a:prstGeom prst="rect">
            <a:avLst/>
          </a:prstGeom>
          <a:noFill/>
        </p:spPr>
        <p:txBody>
          <a:bodyPr wrap="square" rtlCol="0">
            <a:spAutoFit/>
          </a:bodyPr>
          <a:lstStyle/>
          <a:p>
            <a:r>
              <a:rPr kumimoji="1" lang="ja-JP" altLang="en-US" sz="2800" dirty="0"/>
              <a:t>プレイヤー</a:t>
            </a:r>
            <a:endParaRPr kumimoji="1" lang="en-US" altLang="ja-JP" sz="2800" dirty="0"/>
          </a:p>
          <a:p>
            <a:r>
              <a:rPr kumimoji="1" lang="ja-JP" altLang="en-US" sz="2800" dirty="0"/>
              <a:t>の弾</a:t>
            </a:r>
          </a:p>
        </p:txBody>
      </p:sp>
      <p:sp>
        <p:nvSpPr>
          <p:cNvPr id="15" name="テキスト ボックス 14">
            <a:extLst>
              <a:ext uri="{FF2B5EF4-FFF2-40B4-BE49-F238E27FC236}">
                <a16:creationId xmlns:a16="http://schemas.microsoft.com/office/drawing/2014/main" id="{793B4F64-B8B2-4DE0-9FE4-30880FCBCADC}"/>
              </a:ext>
            </a:extLst>
          </p:cNvPr>
          <p:cNvSpPr txBox="1"/>
          <p:nvPr/>
        </p:nvSpPr>
        <p:spPr>
          <a:xfrm>
            <a:off x="7158050" y="119965"/>
            <a:ext cx="7147230" cy="2246769"/>
          </a:xfrm>
          <a:prstGeom prst="rect">
            <a:avLst/>
          </a:prstGeom>
          <a:noFill/>
        </p:spPr>
        <p:txBody>
          <a:bodyPr wrap="square" rtlCol="0">
            <a:spAutoFit/>
          </a:bodyPr>
          <a:lstStyle/>
          <a:p>
            <a:r>
              <a:rPr lang="ja-JP" altLang="en-US" sz="2800" dirty="0"/>
              <a:t>マウス左長押しで標準に向かって弾が飛んでいく</a:t>
            </a:r>
            <a:endParaRPr lang="en-US" altLang="ja-JP" sz="2800" dirty="0"/>
          </a:p>
          <a:p>
            <a:r>
              <a:rPr lang="en-US" altLang="ja-JP" sz="2800" dirty="0"/>
              <a:t>WASD</a:t>
            </a:r>
            <a:r>
              <a:rPr lang="ja-JP" altLang="en-US" sz="2800" dirty="0"/>
              <a:t>移動</a:t>
            </a:r>
            <a:endParaRPr lang="en-US" altLang="ja-JP" sz="2800" dirty="0"/>
          </a:p>
          <a:p>
            <a:r>
              <a:rPr lang="en-US" altLang="ja-JP" sz="2800" dirty="0"/>
              <a:t>WASD</a:t>
            </a:r>
            <a:r>
              <a:rPr lang="ja-JP" altLang="en-US" sz="2800" dirty="0"/>
              <a:t>＋マウス右長押し＝低速移動</a:t>
            </a:r>
            <a:endParaRPr lang="en-US" altLang="ja-JP" sz="2800" dirty="0"/>
          </a:p>
          <a:p>
            <a:r>
              <a:rPr lang="ja-JP" altLang="en-US" sz="2800" dirty="0"/>
              <a:t>プレイヤーの見た目を探す</a:t>
            </a:r>
            <a:endParaRPr lang="en-US" altLang="ja-JP" sz="2800" dirty="0"/>
          </a:p>
        </p:txBody>
      </p:sp>
    </p:spTree>
    <p:extLst>
      <p:ext uri="{BB962C8B-B14F-4D97-AF65-F5344CB8AC3E}">
        <p14:creationId xmlns:p14="http://schemas.microsoft.com/office/powerpoint/2010/main" val="9458993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CC1112F-208A-4472-9F58-5CF0518CB609}"/>
              </a:ext>
            </a:extLst>
          </p:cNvPr>
          <p:cNvSpPr>
            <a:spLocks noGrp="1"/>
          </p:cNvSpPr>
          <p:nvPr>
            <p:ph type="title"/>
          </p:nvPr>
        </p:nvSpPr>
        <p:spPr/>
        <p:txBody>
          <a:bodyPr/>
          <a:lstStyle/>
          <a:p>
            <a:r>
              <a:rPr lang="ja-JP" altLang="en-US" dirty="0"/>
              <a:t>ゲーム開始（スコア基本点）</a:t>
            </a:r>
            <a:endParaRPr kumimoji="1" lang="ja-JP" altLang="en-US" dirty="0"/>
          </a:p>
        </p:txBody>
      </p:sp>
      <p:pic>
        <p:nvPicPr>
          <p:cNvPr id="5" name="コンテンツ プレースホルダー 4">
            <a:extLst>
              <a:ext uri="{FF2B5EF4-FFF2-40B4-BE49-F238E27FC236}">
                <a16:creationId xmlns:a16="http://schemas.microsoft.com/office/drawing/2014/main" id="{85A4B027-1DD1-4795-96E7-87EF0467D05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74239" y="2390766"/>
            <a:ext cx="7643522" cy="3871295"/>
          </a:xfrm>
        </p:spPr>
      </p:pic>
      <p:cxnSp>
        <p:nvCxnSpPr>
          <p:cNvPr id="6" name="直線コネクタ 5">
            <a:extLst>
              <a:ext uri="{FF2B5EF4-FFF2-40B4-BE49-F238E27FC236}">
                <a16:creationId xmlns:a16="http://schemas.microsoft.com/office/drawing/2014/main" id="{7B224CF9-0067-449E-89E8-C7C0B68CBD36}"/>
              </a:ext>
            </a:extLst>
          </p:cNvPr>
          <p:cNvCxnSpPr>
            <a:cxnSpLocks/>
          </p:cNvCxnSpPr>
          <p:nvPr/>
        </p:nvCxnSpPr>
        <p:spPr>
          <a:xfrm>
            <a:off x="2082800" y="3759200"/>
            <a:ext cx="2519680" cy="193020"/>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cxnSp>
        <p:nvCxnSpPr>
          <p:cNvPr id="9" name="直線コネクタ 8">
            <a:extLst>
              <a:ext uri="{FF2B5EF4-FFF2-40B4-BE49-F238E27FC236}">
                <a16:creationId xmlns:a16="http://schemas.microsoft.com/office/drawing/2014/main" id="{6E7E4FB2-BDB7-496E-8437-0C216D3ABD72}"/>
              </a:ext>
            </a:extLst>
          </p:cNvPr>
          <p:cNvCxnSpPr>
            <a:cxnSpLocks/>
          </p:cNvCxnSpPr>
          <p:nvPr/>
        </p:nvCxnSpPr>
        <p:spPr>
          <a:xfrm>
            <a:off x="3525520" y="2219543"/>
            <a:ext cx="2407920" cy="1477823"/>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sp>
        <p:nvSpPr>
          <p:cNvPr id="11" name="テキスト ボックス 10">
            <a:extLst>
              <a:ext uri="{FF2B5EF4-FFF2-40B4-BE49-F238E27FC236}">
                <a16:creationId xmlns:a16="http://schemas.microsoft.com/office/drawing/2014/main" id="{D6BDB891-38E4-4B56-BDA3-8E17888E8844}"/>
              </a:ext>
            </a:extLst>
          </p:cNvPr>
          <p:cNvSpPr txBox="1"/>
          <p:nvPr/>
        </p:nvSpPr>
        <p:spPr>
          <a:xfrm>
            <a:off x="1430138" y="1449359"/>
            <a:ext cx="3999325" cy="954107"/>
          </a:xfrm>
          <a:prstGeom prst="rect">
            <a:avLst/>
          </a:prstGeom>
          <a:noFill/>
        </p:spPr>
        <p:txBody>
          <a:bodyPr wrap="square" rtlCol="0">
            <a:spAutoFit/>
          </a:bodyPr>
          <a:lstStyle/>
          <a:p>
            <a:r>
              <a:rPr lang="ja-JP" altLang="en-US" sz="2800" dirty="0"/>
              <a:t>弾が当たるとスコアが加算される</a:t>
            </a:r>
            <a:endParaRPr kumimoji="1" lang="ja-JP" altLang="en-US" sz="2800" dirty="0"/>
          </a:p>
        </p:txBody>
      </p:sp>
      <p:cxnSp>
        <p:nvCxnSpPr>
          <p:cNvPr id="12" name="直線コネクタ 11">
            <a:extLst>
              <a:ext uri="{FF2B5EF4-FFF2-40B4-BE49-F238E27FC236}">
                <a16:creationId xmlns:a16="http://schemas.microsoft.com/office/drawing/2014/main" id="{DAA7478B-B52F-4D94-A365-3969530EB13A}"/>
              </a:ext>
            </a:extLst>
          </p:cNvPr>
          <p:cNvCxnSpPr>
            <a:cxnSpLocks/>
          </p:cNvCxnSpPr>
          <p:nvPr/>
        </p:nvCxnSpPr>
        <p:spPr>
          <a:xfrm flipH="1">
            <a:off x="7158613" y="2205855"/>
            <a:ext cx="347513" cy="1471126"/>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sp>
        <p:nvSpPr>
          <p:cNvPr id="14" name="テキスト ボックス 13">
            <a:extLst>
              <a:ext uri="{FF2B5EF4-FFF2-40B4-BE49-F238E27FC236}">
                <a16:creationId xmlns:a16="http://schemas.microsoft.com/office/drawing/2014/main" id="{956B9110-2558-4C24-9BCE-781FD693C73C}"/>
              </a:ext>
            </a:extLst>
          </p:cNvPr>
          <p:cNvSpPr txBox="1"/>
          <p:nvPr/>
        </p:nvSpPr>
        <p:spPr>
          <a:xfrm>
            <a:off x="5707498" y="1361945"/>
            <a:ext cx="3999325" cy="954107"/>
          </a:xfrm>
          <a:prstGeom prst="rect">
            <a:avLst/>
          </a:prstGeom>
          <a:noFill/>
        </p:spPr>
        <p:txBody>
          <a:bodyPr wrap="square" rtlCol="0">
            <a:spAutoFit/>
          </a:bodyPr>
          <a:lstStyle/>
          <a:p>
            <a:r>
              <a:rPr lang="ja-JP" altLang="en-US" sz="2800" dirty="0"/>
              <a:t>敵を倒すとスコアが加算される</a:t>
            </a:r>
            <a:endParaRPr kumimoji="1" lang="ja-JP" altLang="en-US" sz="2800" dirty="0"/>
          </a:p>
        </p:txBody>
      </p:sp>
      <p:cxnSp>
        <p:nvCxnSpPr>
          <p:cNvPr id="15" name="直線コネクタ 14">
            <a:extLst>
              <a:ext uri="{FF2B5EF4-FFF2-40B4-BE49-F238E27FC236}">
                <a16:creationId xmlns:a16="http://schemas.microsoft.com/office/drawing/2014/main" id="{BC581394-4A5F-4AF1-91CE-928B86CCCB98}"/>
              </a:ext>
            </a:extLst>
          </p:cNvPr>
          <p:cNvCxnSpPr>
            <a:cxnSpLocks/>
          </p:cNvCxnSpPr>
          <p:nvPr/>
        </p:nvCxnSpPr>
        <p:spPr>
          <a:xfrm flipH="1">
            <a:off x="8731300" y="2316052"/>
            <a:ext cx="1377900" cy="468482"/>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sp>
        <p:nvSpPr>
          <p:cNvPr id="17" name="テキスト ボックス 16">
            <a:extLst>
              <a:ext uri="{FF2B5EF4-FFF2-40B4-BE49-F238E27FC236}">
                <a16:creationId xmlns:a16="http://schemas.microsoft.com/office/drawing/2014/main" id="{F5623F33-D964-41D3-B9DA-270F6764FAE0}"/>
              </a:ext>
            </a:extLst>
          </p:cNvPr>
          <p:cNvSpPr txBox="1"/>
          <p:nvPr/>
        </p:nvSpPr>
        <p:spPr>
          <a:xfrm>
            <a:off x="8511048" y="1862484"/>
            <a:ext cx="3999325" cy="523220"/>
          </a:xfrm>
          <a:prstGeom prst="rect">
            <a:avLst/>
          </a:prstGeom>
          <a:noFill/>
        </p:spPr>
        <p:txBody>
          <a:bodyPr wrap="square" rtlCol="0">
            <a:spAutoFit/>
          </a:bodyPr>
          <a:lstStyle/>
          <a:p>
            <a:r>
              <a:rPr lang="ja-JP" altLang="en-US" sz="2800" dirty="0"/>
              <a:t>スコアが加算される</a:t>
            </a:r>
            <a:endParaRPr kumimoji="1" lang="ja-JP" altLang="en-US" sz="2800" dirty="0"/>
          </a:p>
        </p:txBody>
      </p:sp>
      <p:sp>
        <p:nvSpPr>
          <p:cNvPr id="19" name="テキスト ボックス 18">
            <a:extLst>
              <a:ext uri="{FF2B5EF4-FFF2-40B4-BE49-F238E27FC236}">
                <a16:creationId xmlns:a16="http://schemas.microsoft.com/office/drawing/2014/main" id="{9A0E2256-DCB8-4C3F-A538-8C2898A421CC}"/>
              </a:ext>
            </a:extLst>
          </p:cNvPr>
          <p:cNvSpPr txBox="1"/>
          <p:nvPr/>
        </p:nvSpPr>
        <p:spPr>
          <a:xfrm>
            <a:off x="7918098" y="345426"/>
            <a:ext cx="3999325" cy="954107"/>
          </a:xfrm>
          <a:prstGeom prst="rect">
            <a:avLst/>
          </a:prstGeom>
          <a:noFill/>
        </p:spPr>
        <p:txBody>
          <a:bodyPr wrap="square" rtlCol="0">
            <a:spAutoFit/>
          </a:bodyPr>
          <a:lstStyle/>
          <a:p>
            <a:r>
              <a:rPr lang="ja-JP" altLang="en-US" sz="2800" dirty="0"/>
              <a:t>敵の種類によってもらえるスコアが変わる</a:t>
            </a:r>
            <a:endParaRPr kumimoji="1" lang="ja-JP" altLang="en-US" sz="2800" dirty="0"/>
          </a:p>
        </p:txBody>
      </p:sp>
      <p:sp>
        <p:nvSpPr>
          <p:cNvPr id="20" name="テキスト ボックス 19">
            <a:extLst>
              <a:ext uri="{FF2B5EF4-FFF2-40B4-BE49-F238E27FC236}">
                <a16:creationId xmlns:a16="http://schemas.microsoft.com/office/drawing/2014/main" id="{9020BAED-943D-4F5F-A685-0A00CCE14AE7}"/>
              </a:ext>
            </a:extLst>
          </p:cNvPr>
          <p:cNvSpPr txBox="1"/>
          <p:nvPr/>
        </p:nvSpPr>
        <p:spPr>
          <a:xfrm>
            <a:off x="59359" y="2941418"/>
            <a:ext cx="2330314" cy="1384995"/>
          </a:xfrm>
          <a:prstGeom prst="rect">
            <a:avLst/>
          </a:prstGeom>
          <a:noFill/>
        </p:spPr>
        <p:txBody>
          <a:bodyPr wrap="square" rtlCol="0">
            <a:spAutoFit/>
          </a:bodyPr>
          <a:lstStyle/>
          <a:p>
            <a:r>
              <a:rPr lang="ja-JP" altLang="en-US" sz="2800" dirty="0"/>
              <a:t>アイテムを取るとスコアが加算される</a:t>
            </a:r>
            <a:endParaRPr kumimoji="1" lang="ja-JP" altLang="en-US" sz="2800" dirty="0"/>
          </a:p>
        </p:txBody>
      </p:sp>
    </p:spTree>
    <p:extLst>
      <p:ext uri="{BB962C8B-B14F-4D97-AF65-F5344CB8AC3E}">
        <p14:creationId xmlns:p14="http://schemas.microsoft.com/office/powerpoint/2010/main" val="23062229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69423E2-AB03-4B0C-9555-DE5B140926A0}"/>
              </a:ext>
            </a:extLst>
          </p:cNvPr>
          <p:cNvSpPr>
            <a:spLocks noGrp="1"/>
          </p:cNvSpPr>
          <p:nvPr>
            <p:ph type="title"/>
          </p:nvPr>
        </p:nvSpPr>
        <p:spPr/>
        <p:txBody>
          <a:bodyPr/>
          <a:lstStyle/>
          <a:p>
            <a:r>
              <a:rPr lang="ja-JP" altLang="en-US" dirty="0"/>
              <a:t>ゲーム開始（スコア倍率点）</a:t>
            </a:r>
            <a:endParaRPr kumimoji="1" lang="ja-JP" altLang="en-US" dirty="0"/>
          </a:p>
        </p:txBody>
      </p:sp>
      <p:pic>
        <p:nvPicPr>
          <p:cNvPr id="5" name="コンテンツ プレースホルダー 4">
            <a:extLst>
              <a:ext uri="{FF2B5EF4-FFF2-40B4-BE49-F238E27FC236}">
                <a16:creationId xmlns:a16="http://schemas.microsoft.com/office/drawing/2014/main" id="{5BC63E9D-549D-4C1F-8320-9C50CB51668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78049" y="2383145"/>
            <a:ext cx="7635902" cy="3886537"/>
          </a:xfrm>
        </p:spPr>
      </p:pic>
      <p:cxnSp>
        <p:nvCxnSpPr>
          <p:cNvPr id="6" name="直線コネクタ 5">
            <a:extLst>
              <a:ext uri="{FF2B5EF4-FFF2-40B4-BE49-F238E27FC236}">
                <a16:creationId xmlns:a16="http://schemas.microsoft.com/office/drawing/2014/main" id="{354BBD0E-1DC1-4BF4-AB24-0487F4137590}"/>
              </a:ext>
            </a:extLst>
          </p:cNvPr>
          <p:cNvCxnSpPr>
            <a:cxnSpLocks/>
          </p:cNvCxnSpPr>
          <p:nvPr/>
        </p:nvCxnSpPr>
        <p:spPr>
          <a:xfrm>
            <a:off x="2082800" y="3759200"/>
            <a:ext cx="2519680" cy="193020"/>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sp>
        <p:nvSpPr>
          <p:cNvPr id="7" name="テキスト ボックス 6">
            <a:extLst>
              <a:ext uri="{FF2B5EF4-FFF2-40B4-BE49-F238E27FC236}">
                <a16:creationId xmlns:a16="http://schemas.microsoft.com/office/drawing/2014/main" id="{FEA76DF8-3C2E-4114-AC43-59733757A079}"/>
              </a:ext>
            </a:extLst>
          </p:cNvPr>
          <p:cNvSpPr txBox="1"/>
          <p:nvPr/>
        </p:nvSpPr>
        <p:spPr>
          <a:xfrm>
            <a:off x="59359" y="2941418"/>
            <a:ext cx="2330314" cy="2246769"/>
          </a:xfrm>
          <a:prstGeom prst="rect">
            <a:avLst/>
          </a:prstGeom>
          <a:noFill/>
        </p:spPr>
        <p:txBody>
          <a:bodyPr wrap="square" rtlCol="0">
            <a:spAutoFit/>
          </a:bodyPr>
          <a:lstStyle/>
          <a:p>
            <a:r>
              <a:rPr lang="ja-JP" altLang="en-US" sz="2800" dirty="0"/>
              <a:t>スコア倍率アイテム</a:t>
            </a:r>
            <a:endParaRPr lang="en-US" altLang="ja-JP" sz="2800" dirty="0"/>
          </a:p>
          <a:p>
            <a:r>
              <a:rPr kumimoji="1" lang="ja-JP" altLang="en-US" sz="2800" dirty="0"/>
              <a:t>一定期間もらえるスコアが</a:t>
            </a:r>
            <a:endParaRPr kumimoji="1" lang="en-US" altLang="ja-JP" sz="2800" dirty="0"/>
          </a:p>
          <a:p>
            <a:r>
              <a:rPr lang="ja-JP" altLang="en-US" sz="2800" dirty="0"/>
              <a:t>倍になる</a:t>
            </a:r>
            <a:endParaRPr kumimoji="1" lang="ja-JP" altLang="en-US" sz="2800" dirty="0"/>
          </a:p>
        </p:txBody>
      </p:sp>
      <p:cxnSp>
        <p:nvCxnSpPr>
          <p:cNvPr id="8" name="直線コネクタ 7">
            <a:extLst>
              <a:ext uri="{FF2B5EF4-FFF2-40B4-BE49-F238E27FC236}">
                <a16:creationId xmlns:a16="http://schemas.microsoft.com/office/drawing/2014/main" id="{6BB2C9ED-2CA1-48AB-8DE3-F5BE5AE50A93}"/>
              </a:ext>
            </a:extLst>
          </p:cNvPr>
          <p:cNvCxnSpPr>
            <a:cxnSpLocks/>
          </p:cNvCxnSpPr>
          <p:nvPr/>
        </p:nvCxnSpPr>
        <p:spPr>
          <a:xfrm>
            <a:off x="4023360" y="2219543"/>
            <a:ext cx="1503680" cy="193020"/>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sp>
        <p:nvSpPr>
          <p:cNvPr id="10" name="テキスト ボックス 9">
            <a:extLst>
              <a:ext uri="{FF2B5EF4-FFF2-40B4-BE49-F238E27FC236}">
                <a16:creationId xmlns:a16="http://schemas.microsoft.com/office/drawing/2014/main" id="{A6C7C265-2BA6-4A29-9E69-83B0E6D3D6E4}"/>
              </a:ext>
            </a:extLst>
          </p:cNvPr>
          <p:cNvSpPr txBox="1"/>
          <p:nvPr/>
        </p:nvSpPr>
        <p:spPr>
          <a:xfrm>
            <a:off x="1887923" y="1347237"/>
            <a:ext cx="2909434" cy="954107"/>
          </a:xfrm>
          <a:prstGeom prst="rect">
            <a:avLst/>
          </a:prstGeom>
          <a:noFill/>
        </p:spPr>
        <p:txBody>
          <a:bodyPr wrap="square" rtlCol="0">
            <a:spAutoFit/>
          </a:bodyPr>
          <a:lstStyle/>
          <a:p>
            <a:r>
              <a:rPr lang="ja-JP" altLang="en-US" sz="2800" dirty="0"/>
              <a:t>残り時間でスコア倍率が変わる</a:t>
            </a:r>
            <a:endParaRPr kumimoji="1" lang="ja-JP" altLang="en-US" sz="2800" dirty="0"/>
          </a:p>
        </p:txBody>
      </p:sp>
      <p:cxnSp>
        <p:nvCxnSpPr>
          <p:cNvPr id="11" name="直線コネクタ 10">
            <a:extLst>
              <a:ext uri="{FF2B5EF4-FFF2-40B4-BE49-F238E27FC236}">
                <a16:creationId xmlns:a16="http://schemas.microsoft.com/office/drawing/2014/main" id="{18FA56D4-B524-4F82-B52B-0C4499E45561}"/>
              </a:ext>
            </a:extLst>
          </p:cNvPr>
          <p:cNvCxnSpPr>
            <a:cxnSpLocks/>
          </p:cNvCxnSpPr>
          <p:nvPr/>
        </p:nvCxnSpPr>
        <p:spPr>
          <a:xfrm>
            <a:off x="9591040" y="3876946"/>
            <a:ext cx="518160" cy="0"/>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sp>
        <p:nvSpPr>
          <p:cNvPr id="13" name="テキスト ボックス 12">
            <a:extLst>
              <a:ext uri="{FF2B5EF4-FFF2-40B4-BE49-F238E27FC236}">
                <a16:creationId xmlns:a16="http://schemas.microsoft.com/office/drawing/2014/main" id="{D9FBE3E7-96C1-4213-A638-F70E8C4040EF}"/>
              </a:ext>
            </a:extLst>
          </p:cNvPr>
          <p:cNvSpPr txBox="1"/>
          <p:nvPr/>
        </p:nvSpPr>
        <p:spPr>
          <a:xfrm>
            <a:off x="9913951" y="2941418"/>
            <a:ext cx="2909434" cy="1384995"/>
          </a:xfrm>
          <a:prstGeom prst="rect">
            <a:avLst/>
          </a:prstGeom>
          <a:noFill/>
        </p:spPr>
        <p:txBody>
          <a:bodyPr wrap="square" rtlCol="0">
            <a:spAutoFit/>
          </a:bodyPr>
          <a:lstStyle/>
          <a:p>
            <a:r>
              <a:rPr lang="ja-JP" altLang="en-US" sz="2800" dirty="0"/>
              <a:t>コンボを増やすとスコア倍率が変わる</a:t>
            </a:r>
            <a:endParaRPr kumimoji="1" lang="ja-JP" altLang="en-US" sz="2800" dirty="0"/>
          </a:p>
        </p:txBody>
      </p:sp>
      <p:sp>
        <p:nvSpPr>
          <p:cNvPr id="14" name="テキスト ボックス 13">
            <a:extLst>
              <a:ext uri="{FF2B5EF4-FFF2-40B4-BE49-F238E27FC236}">
                <a16:creationId xmlns:a16="http://schemas.microsoft.com/office/drawing/2014/main" id="{A06CFB14-2B54-43AC-A08E-03BED7F27F00}"/>
              </a:ext>
            </a:extLst>
          </p:cNvPr>
          <p:cNvSpPr txBox="1"/>
          <p:nvPr/>
        </p:nvSpPr>
        <p:spPr>
          <a:xfrm>
            <a:off x="8136323" y="111264"/>
            <a:ext cx="4055677" cy="2246769"/>
          </a:xfrm>
          <a:prstGeom prst="rect">
            <a:avLst/>
          </a:prstGeom>
          <a:noFill/>
        </p:spPr>
        <p:txBody>
          <a:bodyPr wrap="square" rtlCol="0">
            <a:spAutoFit/>
          </a:bodyPr>
          <a:lstStyle/>
          <a:p>
            <a:r>
              <a:rPr lang="ja-JP" altLang="en-US" sz="2800" dirty="0"/>
              <a:t>ボスを倒すことでスコア倍率が変わる</a:t>
            </a:r>
            <a:endParaRPr lang="en-US" altLang="ja-JP" sz="2800" dirty="0"/>
          </a:p>
          <a:p>
            <a:r>
              <a:rPr kumimoji="1" lang="ja-JP" altLang="en-US" sz="2800" dirty="0"/>
              <a:t>コンボは一定時間内に敵を倒し続けると増える</a:t>
            </a:r>
          </a:p>
        </p:txBody>
      </p:sp>
    </p:spTree>
    <p:extLst>
      <p:ext uri="{BB962C8B-B14F-4D97-AF65-F5344CB8AC3E}">
        <p14:creationId xmlns:p14="http://schemas.microsoft.com/office/powerpoint/2010/main" val="271419029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5E309C3-5993-4DC0-AADA-2B4FEF693FA4}"/>
              </a:ext>
            </a:extLst>
          </p:cNvPr>
          <p:cNvSpPr>
            <a:spLocks noGrp="1"/>
          </p:cNvSpPr>
          <p:nvPr>
            <p:ph type="title"/>
          </p:nvPr>
        </p:nvSpPr>
        <p:spPr/>
        <p:txBody>
          <a:bodyPr/>
          <a:lstStyle/>
          <a:p>
            <a:r>
              <a:rPr lang="ja-JP" altLang="en-US" dirty="0"/>
              <a:t>ゲーム開始（時空間移動）</a:t>
            </a:r>
            <a:endParaRPr kumimoji="1" lang="ja-JP" altLang="en-US" dirty="0"/>
          </a:p>
        </p:txBody>
      </p:sp>
      <p:pic>
        <p:nvPicPr>
          <p:cNvPr id="7" name="コンテンツ プレースホルダー 6">
            <a:extLst>
              <a:ext uri="{FF2B5EF4-FFF2-40B4-BE49-F238E27FC236}">
                <a16:creationId xmlns:a16="http://schemas.microsoft.com/office/drawing/2014/main" id="{4AAE086A-1F79-493B-B88F-B98D0B8D6A6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14221" y="2404736"/>
            <a:ext cx="7597798" cy="3863675"/>
          </a:xfrm>
        </p:spPr>
      </p:pic>
      <p:cxnSp>
        <p:nvCxnSpPr>
          <p:cNvPr id="8" name="直線コネクタ 7">
            <a:extLst>
              <a:ext uri="{FF2B5EF4-FFF2-40B4-BE49-F238E27FC236}">
                <a16:creationId xmlns:a16="http://schemas.microsoft.com/office/drawing/2014/main" id="{C1BBB397-14A9-487C-A953-C2716A5ACFC0}"/>
              </a:ext>
            </a:extLst>
          </p:cNvPr>
          <p:cNvCxnSpPr>
            <a:cxnSpLocks/>
          </p:cNvCxnSpPr>
          <p:nvPr/>
        </p:nvCxnSpPr>
        <p:spPr>
          <a:xfrm>
            <a:off x="1849120" y="3759200"/>
            <a:ext cx="2519680" cy="193020"/>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sp>
        <p:nvSpPr>
          <p:cNvPr id="9" name="テキスト ボックス 8">
            <a:extLst>
              <a:ext uri="{FF2B5EF4-FFF2-40B4-BE49-F238E27FC236}">
                <a16:creationId xmlns:a16="http://schemas.microsoft.com/office/drawing/2014/main" id="{06811F50-C822-4DB4-94D1-5B03F192A888}"/>
              </a:ext>
            </a:extLst>
          </p:cNvPr>
          <p:cNvSpPr txBox="1"/>
          <p:nvPr/>
        </p:nvSpPr>
        <p:spPr>
          <a:xfrm>
            <a:off x="59359" y="2941418"/>
            <a:ext cx="2330314" cy="954107"/>
          </a:xfrm>
          <a:prstGeom prst="rect">
            <a:avLst/>
          </a:prstGeom>
          <a:noFill/>
        </p:spPr>
        <p:txBody>
          <a:bodyPr wrap="square" rtlCol="0">
            <a:spAutoFit/>
          </a:bodyPr>
          <a:lstStyle/>
          <a:p>
            <a:r>
              <a:rPr lang="ja-JP" altLang="en-US" sz="2800" dirty="0"/>
              <a:t>敵の動きや</a:t>
            </a:r>
            <a:endParaRPr lang="en-US" altLang="ja-JP" sz="2800" dirty="0"/>
          </a:p>
          <a:p>
            <a:r>
              <a:rPr kumimoji="1" lang="ja-JP" altLang="en-US" sz="2800" dirty="0"/>
              <a:t>弾が止まる</a:t>
            </a:r>
          </a:p>
        </p:txBody>
      </p:sp>
      <p:sp>
        <p:nvSpPr>
          <p:cNvPr id="10" name="テキスト ボックス 9">
            <a:extLst>
              <a:ext uri="{FF2B5EF4-FFF2-40B4-BE49-F238E27FC236}">
                <a16:creationId xmlns:a16="http://schemas.microsoft.com/office/drawing/2014/main" id="{FC1193D7-C4A8-43F1-BD9C-151CB02FC3BC}"/>
              </a:ext>
            </a:extLst>
          </p:cNvPr>
          <p:cNvSpPr txBox="1"/>
          <p:nvPr/>
        </p:nvSpPr>
        <p:spPr>
          <a:xfrm>
            <a:off x="7399959" y="452101"/>
            <a:ext cx="5919801" cy="1384995"/>
          </a:xfrm>
          <a:prstGeom prst="rect">
            <a:avLst/>
          </a:prstGeom>
          <a:noFill/>
        </p:spPr>
        <p:txBody>
          <a:bodyPr wrap="square" rtlCol="0">
            <a:spAutoFit/>
          </a:bodyPr>
          <a:lstStyle/>
          <a:p>
            <a:r>
              <a:rPr lang="ja-JP" altLang="en-US" sz="2800" dirty="0"/>
              <a:t>発動すると背景の色が変わる。敵の弾は止まるが自分の弾も止まる</a:t>
            </a:r>
            <a:endParaRPr lang="en-US" altLang="ja-JP" sz="2800" dirty="0"/>
          </a:p>
          <a:p>
            <a:r>
              <a:rPr kumimoji="1" lang="ja-JP" altLang="en-US" sz="2800" dirty="0"/>
              <a:t>使用可能になったことを通知したい</a:t>
            </a:r>
          </a:p>
        </p:txBody>
      </p:sp>
      <p:cxnSp>
        <p:nvCxnSpPr>
          <p:cNvPr id="11" name="直線コネクタ 10">
            <a:extLst>
              <a:ext uri="{FF2B5EF4-FFF2-40B4-BE49-F238E27FC236}">
                <a16:creationId xmlns:a16="http://schemas.microsoft.com/office/drawing/2014/main" id="{94F55E97-26E4-4996-9EC1-3FA52004B97A}"/>
              </a:ext>
            </a:extLst>
          </p:cNvPr>
          <p:cNvCxnSpPr>
            <a:cxnSpLocks/>
          </p:cNvCxnSpPr>
          <p:nvPr/>
        </p:nvCxnSpPr>
        <p:spPr>
          <a:xfrm flipH="1">
            <a:off x="9489440" y="4236720"/>
            <a:ext cx="711200" cy="196363"/>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sp>
        <p:nvSpPr>
          <p:cNvPr id="13" name="テキスト ボックス 12">
            <a:extLst>
              <a:ext uri="{FF2B5EF4-FFF2-40B4-BE49-F238E27FC236}">
                <a16:creationId xmlns:a16="http://schemas.microsoft.com/office/drawing/2014/main" id="{AF13A30C-3422-475E-889C-ABD2BA1F2580}"/>
              </a:ext>
            </a:extLst>
          </p:cNvPr>
          <p:cNvSpPr txBox="1"/>
          <p:nvPr/>
        </p:nvSpPr>
        <p:spPr>
          <a:xfrm>
            <a:off x="10077779" y="3633915"/>
            <a:ext cx="2330314" cy="523220"/>
          </a:xfrm>
          <a:prstGeom prst="rect">
            <a:avLst/>
          </a:prstGeom>
          <a:noFill/>
        </p:spPr>
        <p:txBody>
          <a:bodyPr wrap="square" rtlCol="0">
            <a:spAutoFit/>
          </a:bodyPr>
          <a:lstStyle/>
          <a:p>
            <a:r>
              <a:rPr lang="ja-JP" altLang="en-US" sz="2800" dirty="0"/>
              <a:t>クールタイム</a:t>
            </a:r>
            <a:endParaRPr kumimoji="1" lang="ja-JP" altLang="en-US" sz="2800" dirty="0"/>
          </a:p>
        </p:txBody>
      </p:sp>
    </p:spTree>
    <p:extLst>
      <p:ext uri="{BB962C8B-B14F-4D97-AF65-F5344CB8AC3E}">
        <p14:creationId xmlns:p14="http://schemas.microsoft.com/office/powerpoint/2010/main" val="33823637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6C2A7BD-83A9-4F32-BBA0-2622EAFAC73D}"/>
              </a:ext>
            </a:extLst>
          </p:cNvPr>
          <p:cNvSpPr>
            <a:spLocks noGrp="1"/>
          </p:cNvSpPr>
          <p:nvPr>
            <p:ph type="title"/>
          </p:nvPr>
        </p:nvSpPr>
        <p:spPr>
          <a:xfrm>
            <a:off x="838200" y="365125"/>
            <a:ext cx="3896360" cy="1325563"/>
          </a:xfrm>
        </p:spPr>
        <p:txBody>
          <a:bodyPr/>
          <a:lstStyle/>
          <a:p>
            <a:r>
              <a:rPr lang="ja-JP" altLang="en-US" dirty="0"/>
              <a:t>ゲームクリア</a:t>
            </a:r>
            <a:endParaRPr kumimoji="1" lang="ja-JP" altLang="en-US" dirty="0"/>
          </a:p>
        </p:txBody>
      </p:sp>
      <p:pic>
        <p:nvPicPr>
          <p:cNvPr id="5" name="コンテンツ プレースホルダー 4">
            <a:extLst>
              <a:ext uri="{FF2B5EF4-FFF2-40B4-BE49-F238E27FC236}">
                <a16:creationId xmlns:a16="http://schemas.microsoft.com/office/drawing/2014/main" id="{EE8C0B66-5D54-45C3-80A0-4B89018A737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85670" y="2369178"/>
            <a:ext cx="7620660" cy="3833192"/>
          </a:xfrm>
        </p:spPr>
      </p:pic>
      <p:cxnSp>
        <p:nvCxnSpPr>
          <p:cNvPr id="6" name="直線コネクタ 5">
            <a:extLst>
              <a:ext uri="{FF2B5EF4-FFF2-40B4-BE49-F238E27FC236}">
                <a16:creationId xmlns:a16="http://schemas.microsoft.com/office/drawing/2014/main" id="{498F7423-4D2B-454C-9DEE-0D634CB40E54}"/>
              </a:ext>
            </a:extLst>
          </p:cNvPr>
          <p:cNvCxnSpPr>
            <a:cxnSpLocks/>
          </p:cNvCxnSpPr>
          <p:nvPr/>
        </p:nvCxnSpPr>
        <p:spPr>
          <a:xfrm flipH="1">
            <a:off x="8778240" y="1933423"/>
            <a:ext cx="782320" cy="435755"/>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sp>
        <p:nvSpPr>
          <p:cNvPr id="8" name="テキスト ボックス 7">
            <a:extLst>
              <a:ext uri="{FF2B5EF4-FFF2-40B4-BE49-F238E27FC236}">
                <a16:creationId xmlns:a16="http://schemas.microsoft.com/office/drawing/2014/main" id="{1D36E118-F698-4DCD-B788-CEE121E2357E}"/>
              </a:ext>
            </a:extLst>
          </p:cNvPr>
          <p:cNvSpPr txBox="1"/>
          <p:nvPr/>
        </p:nvSpPr>
        <p:spPr>
          <a:xfrm>
            <a:off x="8187359" y="1506713"/>
            <a:ext cx="2330314" cy="523220"/>
          </a:xfrm>
          <a:prstGeom prst="rect">
            <a:avLst/>
          </a:prstGeom>
          <a:noFill/>
        </p:spPr>
        <p:txBody>
          <a:bodyPr wrap="square" rtlCol="0">
            <a:spAutoFit/>
          </a:bodyPr>
          <a:lstStyle/>
          <a:p>
            <a:r>
              <a:rPr lang="ja-JP" altLang="en-US" sz="2800" dirty="0"/>
              <a:t>リザルト画面</a:t>
            </a:r>
            <a:endParaRPr kumimoji="1" lang="ja-JP" altLang="en-US" sz="2800" dirty="0"/>
          </a:p>
        </p:txBody>
      </p:sp>
      <p:sp>
        <p:nvSpPr>
          <p:cNvPr id="9" name="テキスト ボックス 8">
            <a:extLst>
              <a:ext uri="{FF2B5EF4-FFF2-40B4-BE49-F238E27FC236}">
                <a16:creationId xmlns:a16="http://schemas.microsoft.com/office/drawing/2014/main" id="{2A40D305-BFF0-4916-9481-A0BC571682C5}"/>
              </a:ext>
            </a:extLst>
          </p:cNvPr>
          <p:cNvSpPr txBox="1"/>
          <p:nvPr/>
        </p:nvSpPr>
        <p:spPr>
          <a:xfrm>
            <a:off x="9906330" y="2832276"/>
            <a:ext cx="2330314" cy="3539430"/>
          </a:xfrm>
          <a:prstGeom prst="rect">
            <a:avLst/>
          </a:prstGeom>
          <a:noFill/>
        </p:spPr>
        <p:txBody>
          <a:bodyPr wrap="square" rtlCol="0">
            <a:spAutoFit/>
          </a:bodyPr>
          <a:lstStyle/>
          <a:p>
            <a:r>
              <a:rPr lang="ja-JP" altLang="en-US" sz="1600" dirty="0"/>
              <a:t>・基本スコア</a:t>
            </a:r>
            <a:endParaRPr kumimoji="1" lang="en-US" altLang="ja-JP" sz="1600" dirty="0"/>
          </a:p>
          <a:p>
            <a:r>
              <a:rPr kumimoji="1" lang="ja-JP" altLang="en-US" sz="1600" dirty="0"/>
              <a:t>・残り時間倍率</a:t>
            </a:r>
            <a:endParaRPr kumimoji="1" lang="en-US" altLang="ja-JP" sz="1600" dirty="0"/>
          </a:p>
          <a:p>
            <a:r>
              <a:rPr lang="ja-JP" altLang="en-US" sz="1600" dirty="0"/>
              <a:t>スキルの使用回数倍率</a:t>
            </a:r>
            <a:endParaRPr lang="en-US" altLang="ja-JP" sz="1600" dirty="0"/>
          </a:p>
          <a:p>
            <a:r>
              <a:rPr lang="ja-JP" altLang="en-US" sz="1600" dirty="0"/>
              <a:t>（少ないほど倍率が上がる）</a:t>
            </a:r>
            <a:endParaRPr lang="en-US" altLang="ja-JP" sz="1600" dirty="0"/>
          </a:p>
          <a:p>
            <a:r>
              <a:rPr lang="ja-JP" altLang="en-US" sz="1600" dirty="0"/>
              <a:t>・ボス討伐倍率</a:t>
            </a:r>
            <a:endParaRPr lang="en-US" altLang="ja-JP" sz="1600" dirty="0"/>
          </a:p>
          <a:p>
            <a:r>
              <a:rPr lang="ja-JP" altLang="en-US" sz="1600" dirty="0"/>
              <a:t>（討伐すると倍率）</a:t>
            </a:r>
            <a:endParaRPr lang="en-US" altLang="ja-JP" sz="1600" dirty="0"/>
          </a:p>
          <a:p>
            <a:r>
              <a:rPr lang="ja-JP" altLang="en-US" sz="1600" dirty="0"/>
              <a:t>・合計スコア</a:t>
            </a:r>
            <a:endParaRPr lang="en-US" altLang="ja-JP" sz="1600" dirty="0"/>
          </a:p>
          <a:p>
            <a:endParaRPr lang="en-US" altLang="ja-JP" sz="1600" dirty="0"/>
          </a:p>
          <a:p>
            <a:endParaRPr lang="en-US" altLang="ja-JP" sz="1600" dirty="0"/>
          </a:p>
          <a:p>
            <a:r>
              <a:rPr lang="ja-JP" altLang="en-US" sz="1600" dirty="0"/>
              <a:t>・倒した敵の数</a:t>
            </a:r>
            <a:endParaRPr lang="en-US" altLang="ja-JP" sz="1600" dirty="0"/>
          </a:p>
          <a:p>
            <a:r>
              <a:rPr lang="ja-JP" altLang="en-US" sz="1600" dirty="0"/>
              <a:t>・ダメージを食らった数</a:t>
            </a:r>
            <a:endParaRPr lang="en-US" altLang="ja-JP" sz="1600" dirty="0"/>
          </a:p>
          <a:p>
            <a:r>
              <a:rPr lang="ja-JP" altLang="en-US" sz="1600" dirty="0"/>
              <a:t>・スキルを使った数</a:t>
            </a:r>
            <a:endParaRPr lang="en-US" altLang="ja-JP" sz="1600" dirty="0"/>
          </a:p>
        </p:txBody>
      </p:sp>
      <p:cxnSp>
        <p:nvCxnSpPr>
          <p:cNvPr id="10" name="直線コネクタ 9">
            <a:extLst>
              <a:ext uri="{FF2B5EF4-FFF2-40B4-BE49-F238E27FC236}">
                <a16:creationId xmlns:a16="http://schemas.microsoft.com/office/drawing/2014/main" id="{F5244E59-40FE-42FC-89CA-F9995DEBF5E7}"/>
              </a:ext>
            </a:extLst>
          </p:cNvPr>
          <p:cNvCxnSpPr>
            <a:cxnSpLocks/>
          </p:cNvCxnSpPr>
          <p:nvPr/>
        </p:nvCxnSpPr>
        <p:spPr>
          <a:xfrm flipH="1">
            <a:off x="2285670" y="5851283"/>
            <a:ext cx="477850" cy="87073"/>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sp>
        <p:nvSpPr>
          <p:cNvPr id="12" name="テキスト ボックス 11">
            <a:extLst>
              <a:ext uri="{FF2B5EF4-FFF2-40B4-BE49-F238E27FC236}">
                <a16:creationId xmlns:a16="http://schemas.microsoft.com/office/drawing/2014/main" id="{7C533F80-B943-4152-ACA0-23E5A8043DD2}"/>
              </a:ext>
            </a:extLst>
          </p:cNvPr>
          <p:cNvSpPr txBox="1"/>
          <p:nvPr/>
        </p:nvSpPr>
        <p:spPr>
          <a:xfrm>
            <a:off x="71120" y="5502208"/>
            <a:ext cx="2692400" cy="523220"/>
          </a:xfrm>
          <a:prstGeom prst="rect">
            <a:avLst/>
          </a:prstGeom>
          <a:noFill/>
        </p:spPr>
        <p:txBody>
          <a:bodyPr wrap="square" rtlCol="0">
            <a:spAutoFit/>
          </a:bodyPr>
          <a:lstStyle/>
          <a:p>
            <a:r>
              <a:rPr lang="ja-JP" altLang="en-US" sz="2800" dirty="0"/>
              <a:t>リトライボタン</a:t>
            </a:r>
            <a:endParaRPr kumimoji="1" lang="ja-JP" altLang="en-US" sz="2800" dirty="0"/>
          </a:p>
        </p:txBody>
      </p:sp>
      <p:cxnSp>
        <p:nvCxnSpPr>
          <p:cNvPr id="15" name="直線コネクタ 14">
            <a:extLst>
              <a:ext uri="{FF2B5EF4-FFF2-40B4-BE49-F238E27FC236}">
                <a16:creationId xmlns:a16="http://schemas.microsoft.com/office/drawing/2014/main" id="{242C9700-3D69-4609-8ADF-55F8BF7D9CB0}"/>
              </a:ext>
            </a:extLst>
          </p:cNvPr>
          <p:cNvCxnSpPr>
            <a:cxnSpLocks/>
          </p:cNvCxnSpPr>
          <p:nvPr/>
        </p:nvCxnSpPr>
        <p:spPr>
          <a:xfrm flipH="1">
            <a:off x="5628640" y="6032416"/>
            <a:ext cx="782320" cy="435755"/>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sp>
        <p:nvSpPr>
          <p:cNvPr id="16" name="テキスト ボックス 15">
            <a:extLst>
              <a:ext uri="{FF2B5EF4-FFF2-40B4-BE49-F238E27FC236}">
                <a16:creationId xmlns:a16="http://schemas.microsoft.com/office/drawing/2014/main" id="{089BBA1E-E68B-4973-9E5C-3979C8696A80}"/>
              </a:ext>
            </a:extLst>
          </p:cNvPr>
          <p:cNvSpPr txBox="1"/>
          <p:nvPr/>
        </p:nvSpPr>
        <p:spPr>
          <a:xfrm>
            <a:off x="3911600" y="6371706"/>
            <a:ext cx="2692400" cy="523220"/>
          </a:xfrm>
          <a:prstGeom prst="rect">
            <a:avLst/>
          </a:prstGeom>
          <a:noFill/>
        </p:spPr>
        <p:txBody>
          <a:bodyPr wrap="square" rtlCol="0">
            <a:spAutoFit/>
          </a:bodyPr>
          <a:lstStyle/>
          <a:p>
            <a:r>
              <a:rPr lang="ja-JP" altLang="en-US" sz="2800" dirty="0"/>
              <a:t>タイトルボタン</a:t>
            </a:r>
            <a:endParaRPr kumimoji="1" lang="ja-JP" altLang="en-US" sz="2800" dirty="0"/>
          </a:p>
        </p:txBody>
      </p:sp>
      <p:sp>
        <p:nvSpPr>
          <p:cNvPr id="17" name="テキスト ボックス 16">
            <a:extLst>
              <a:ext uri="{FF2B5EF4-FFF2-40B4-BE49-F238E27FC236}">
                <a16:creationId xmlns:a16="http://schemas.microsoft.com/office/drawing/2014/main" id="{4ECD21B1-C515-4E01-ACB8-4E9E479C32AB}"/>
              </a:ext>
            </a:extLst>
          </p:cNvPr>
          <p:cNvSpPr txBox="1"/>
          <p:nvPr/>
        </p:nvSpPr>
        <p:spPr>
          <a:xfrm>
            <a:off x="5025858" y="521363"/>
            <a:ext cx="4880472" cy="954107"/>
          </a:xfrm>
          <a:prstGeom prst="rect">
            <a:avLst/>
          </a:prstGeom>
          <a:noFill/>
        </p:spPr>
        <p:txBody>
          <a:bodyPr wrap="square" rtlCol="0">
            <a:spAutoFit/>
          </a:bodyPr>
          <a:lstStyle/>
          <a:p>
            <a:r>
              <a:rPr lang="ja-JP" altLang="en-US" sz="2800" dirty="0"/>
              <a:t>背景で宇宙船が基地に帰還している映像を差し込みたい</a:t>
            </a:r>
            <a:endParaRPr kumimoji="1" lang="ja-JP" altLang="en-US" sz="2800" dirty="0"/>
          </a:p>
        </p:txBody>
      </p:sp>
      <p:cxnSp>
        <p:nvCxnSpPr>
          <p:cNvPr id="18" name="直線コネクタ 17">
            <a:extLst>
              <a:ext uri="{FF2B5EF4-FFF2-40B4-BE49-F238E27FC236}">
                <a16:creationId xmlns:a16="http://schemas.microsoft.com/office/drawing/2014/main" id="{CB6E701E-C5D6-43AF-B88A-24BA64F246CA}"/>
              </a:ext>
            </a:extLst>
          </p:cNvPr>
          <p:cNvCxnSpPr>
            <a:cxnSpLocks/>
          </p:cNvCxnSpPr>
          <p:nvPr/>
        </p:nvCxnSpPr>
        <p:spPr>
          <a:xfrm flipH="1" flipV="1">
            <a:off x="1717040" y="2829912"/>
            <a:ext cx="1828800" cy="721922"/>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sp>
        <p:nvSpPr>
          <p:cNvPr id="20" name="テキスト ボックス 19">
            <a:extLst>
              <a:ext uri="{FF2B5EF4-FFF2-40B4-BE49-F238E27FC236}">
                <a16:creationId xmlns:a16="http://schemas.microsoft.com/office/drawing/2014/main" id="{24BE01B8-6C44-4C06-BE61-E07B5C3F9B25}"/>
              </a:ext>
            </a:extLst>
          </p:cNvPr>
          <p:cNvSpPr txBox="1"/>
          <p:nvPr/>
        </p:nvSpPr>
        <p:spPr>
          <a:xfrm>
            <a:off x="456066" y="2306692"/>
            <a:ext cx="2330314" cy="523220"/>
          </a:xfrm>
          <a:prstGeom prst="rect">
            <a:avLst/>
          </a:prstGeom>
          <a:noFill/>
        </p:spPr>
        <p:txBody>
          <a:bodyPr wrap="square" rtlCol="0">
            <a:spAutoFit/>
          </a:bodyPr>
          <a:lstStyle/>
          <a:p>
            <a:r>
              <a:rPr lang="ja-JP" altLang="en-US" sz="2800" dirty="0"/>
              <a:t>背景映像</a:t>
            </a:r>
            <a:endParaRPr kumimoji="1" lang="ja-JP" altLang="en-US" sz="2800" dirty="0"/>
          </a:p>
        </p:txBody>
      </p:sp>
    </p:spTree>
    <p:extLst>
      <p:ext uri="{BB962C8B-B14F-4D97-AF65-F5344CB8AC3E}">
        <p14:creationId xmlns:p14="http://schemas.microsoft.com/office/powerpoint/2010/main" val="297375207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CE16C87-C75A-478F-8E89-38501114E044}"/>
              </a:ext>
            </a:extLst>
          </p:cNvPr>
          <p:cNvSpPr>
            <a:spLocks noGrp="1"/>
          </p:cNvSpPr>
          <p:nvPr>
            <p:ph type="title"/>
          </p:nvPr>
        </p:nvSpPr>
        <p:spPr/>
        <p:txBody>
          <a:bodyPr/>
          <a:lstStyle/>
          <a:p>
            <a:r>
              <a:rPr kumimoji="1" lang="ja-JP" altLang="en-US" dirty="0"/>
              <a:t>ゲームオーバー</a:t>
            </a:r>
          </a:p>
        </p:txBody>
      </p:sp>
      <p:pic>
        <p:nvPicPr>
          <p:cNvPr id="5" name="コンテンツ プレースホルダー 4">
            <a:extLst>
              <a:ext uri="{FF2B5EF4-FFF2-40B4-BE49-F238E27FC236}">
                <a16:creationId xmlns:a16="http://schemas.microsoft.com/office/drawing/2014/main" id="{57BB58F3-CAB0-4723-92E7-07F5F3C92CB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81859" y="2282816"/>
            <a:ext cx="7628281" cy="3863675"/>
          </a:xfrm>
        </p:spPr>
      </p:pic>
      <p:cxnSp>
        <p:nvCxnSpPr>
          <p:cNvPr id="6" name="直線コネクタ 5">
            <a:extLst>
              <a:ext uri="{FF2B5EF4-FFF2-40B4-BE49-F238E27FC236}">
                <a16:creationId xmlns:a16="http://schemas.microsoft.com/office/drawing/2014/main" id="{019424AA-FCCD-44AC-AEC8-46D80F7F5845}"/>
              </a:ext>
            </a:extLst>
          </p:cNvPr>
          <p:cNvCxnSpPr>
            <a:cxnSpLocks/>
          </p:cNvCxnSpPr>
          <p:nvPr/>
        </p:nvCxnSpPr>
        <p:spPr>
          <a:xfrm flipH="1" flipV="1">
            <a:off x="1717040" y="2829912"/>
            <a:ext cx="1828800" cy="721922"/>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sp>
        <p:nvSpPr>
          <p:cNvPr id="7" name="テキスト ボックス 6">
            <a:extLst>
              <a:ext uri="{FF2B5EF4-FFF2-40B4-BE49-F238E27FC236}">
                <a16:creationId xmlns:a16="http://schemas.microsoft.com/office/drawing/2014/main" id="{A06C3356-CE83-46CB-952C-0DC2425EA92A}"/>
              </a:ext>
            </a:extLst>
          </p:cNvPr>
          <p:cNvSpPr txBox="1"/>
          <p:nvPr/>
        </p:nvSpPr>
        <p:spPr>
          <a:xfrm>
            <a:off x="456066" y="2306692"/>
            <a:ext cx="2330314" cy="523220"/>
          </a:xfrm>
          <a:prstGeom prst="rect">
            <a:avLst/>
          </a:prstGeom>
          <a:noFill/>
        </p:spPr>
        <p:txBody>
          <a:bodyPr wrap="square" rtlCol="0">
            <a:spAutoFit/>
          </a:bodyPr>
          <a:lstStyle/>
          <a:p>
            <a:r>
              <a:rPr lang="ja-JP" altLang="en-US" sz="2800" dirty="0"/>
              <a:t>背景映像</a:t>
            </a:r>
            <a:endParaRPr kumimoji="1" lang="ja-JP" altLang="en-US" sz="2800" dirty="0"/>
          </a:p>
        </p:txBody>
      </p:sp>
      <p:sp>
        <p:nvSpPr>
          <p:cNvPr id="8" name="テキスト ボックス 7">
            <a:extLst>
              <a:ext uri="{FF2B5EF4-FFF2-40B4-BE49-F238E27FC236}">
                <a16:creationId xmlns:a16="http://schemas.microsoft.com/office/drawing/2014/main" id="{DF86710B-1AB6-434E-B985-64F7DABF7E0C}"/>
              </a:ext>
            </a:extLst>
          </p:cNvPr>
          <p:cNvSpPr txBox="1"/>
          <p:nvPr/>
        </p:nvSpPr>
        <p:spPr>
          <a:xfrm>
            <a:off x="71120" y="5502208"/>
            <a:ext cx="2692400" cy="523220"/>
          </a:xfrm>
          <a:prstGeom prst="rect">
            <a:avLst/>
          </a:prstGeom>
          <a:noFill/>
        </p:spPr>
        <p:txBody>
          <a:bodyPr wrap="square" rtlCol="0">
            <a:spAutoFit/>
          </a:bodyPr>
          <a:lstStyle/>
          <a:p>
            <a:r>
              <a:rPr lang="ja-JP" altLang="en-US" sz="2800" dirty="0"/>
              <a:t>リトライボタン</a:t>
            </a:r>
            <a:endParaRPr kumimoji="1" lang="ja-JP" altLang="en-US" sz="2800" dirty="0"/>
          </a:p>
        </p:txBody>
      </p:sp>
      <p:cxnSp>
        <p:nvCxnSpPr>
          <p:cNvPr id="9" name="直線コネクタ 8">
            <a:extLst>
              <a:ext uri="{FF2B5EF4-FFF2-40B4-BE49-F238E27FC236}">
                <a16:creationId xmlns:a16="http://schemas.microsoft.com/office/drawing/2014/main" id="{2FCA7974-DE9C-4D90-8291-2C545EC657F4}"/>
              </a:ext>
            </a:extLst>
          </p:cNvPr>
          <p:cNvCxnSpPr>
            <a:cxnSpLocks/>
          </p:cNvCxnSpPr>
          <p:nvPr/>
        </p:nvCxnSpPr>
        <p:spPr>
          <a:xfrm flipH="1">
            <a:off x="2285670" y="5851283"/>
            <a:ext cx="477850" cy="87073"/>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cxnSp>
        <p:nvCxnSpPr>
          <p:cNvPr id="10" name="直線コネクタ 9">
            <a:extLst>
              <a:ext uri="{FF2B5EF4-FFF2-40B4-BE49-F238E27FC236}">
                <a16:creationId xmlns:a16="http://schemas.microsoft.com/office/drawing/2014/main" id="{66A4DA2A-BEDB-47AA-85F7-D117E6BABA84}"/>
              </a:ext>
            </a:extLst>
          </p:cNvPr>
          <p:cNvCxnSpPr>
            <a:cxnSpLocks/>
          </p:cNvCxnSpPr>
          <p:nvPr/>
        </p:nvCxnSpPr>
        <p:spPr>
          <a:xfrm flipH="1">
            <a:off x="5628640" y="6032416"/>
            <a:ext cx="782320" cy="435755"/>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sp>
        <p:nvSpPr>
          <p:cNvPr id="11" name="テキスト ボックス 10">
            <a:extLst>
              <a:ext uri="{FF2B5EF4-FFF2-40B4-BE49-F238E27FC236}">
                <a16:creationId xmlns:a16="http://schemas.microsoft.com/office/drawing/2014/main" id="{2DEDACAC-B322-4B69-8BE4-4172C6B5F38A}"/>
              </a:ext>
            </a:extLst>
          </p:cNvPr>
          <p:cNvSpPr txBox="1"/>
          <p:nvPr/>
        </p:nvSpPr>
        <p:spPr>
          <a:xfrm>
            <a:off x="3911600" y="6371706"/>
            <a:ext cx="2692400" cy="523220"/>
          </a:xfrm>
          <a:prstGeom prst="rect">
            <a:avLst/>
          </a:prstGeom>
          <a:noFill/>
        </p:spPr>
        <p:txBody>
          <a:bodyPr wrap="square" rtlCol="0">
            <a:spAutoFit/>
          </a:bodyPr>
          <a:lstStyle/>
          <a:p>
            <a:r>
              <a:rPr lang="ja-JP" altLang="en-US" sz="2800" dirty="0"/>
              <a:t>タイトルボタン</a:t>
            </a:r>
            <a:endParaRPr kumimoji="1" lang="ja-JP" altLang="en-US" sz="2800" dirty="0"/>
          </a:p>
        </p:txBody>
      </p:sp>
      <p:cxnSp>
        <p:nvCxnSpPr>
          <p:cNvPr id="12" name="直線コネクタ 11">
            <a:extLst>
              <a:ext uri="{FF2B5EF4-FFF2-40B4-BE49-F238E27FC236}">
                <a16:creationId xmlns:a16="http://schemas.microsoft.com/office/drawing/2014/main" id="{E03B9411-E234-49C9-9C93-40BA388219EC}"/>
              </a:ext>
            </a:extLst>
          </p:cNvPr>
          <p:cNvCxnSpPr>
            <a:cxnSpLocks/>
          </p:cNvCxnSpPr>
          <p:nvPr/>
        </p:nvCxnSpPr>
        <p:spPr>
          <a:xfrm flipH="1">
            <a:off x="8778240" y="1933423"/>
            <a:ext cx="782320" cy="435755"/>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sp>
        <p:nvSpPr>
          <p:cNvPr id="13" name="テキスト ボックス 12">
            <a:extLst>
              <a:ext uri="{FF2B5EF4-FFF2-40B4-BE49-F238E27FC236}">
                <a16:creationId xmlns:a16="http://schemas.microsoft.com/office/drawing/2014/main" id="{A966BC8E-4EA3-4032-A06C-25B9AD5F609F}"/>
              </a:ext>
            </a:extLst>
          </p:cNvPr>
          <p:cNvSpPr txBox="1"/>
          <p:nvPr/>
        </p:nvSpPr>
        <p:spPr>
          <a:xfrm>
            <a:off x="8187359" y="1506713"/>
            <a:ext cx="2330314" cy="523220"/>
          </a:xfrm>
          <a:prstGeom prst="rect">
            <a:avLst/>
          </a:prstGeom>
          <a:noFill/>
        </p:spPr>
        <p:txBody>
          <a:bodyPr wrap="square" rtlCol="0">
            <a:spAutoFit/>
          </a:bodyPr>
          <a:lstStyle/>
          <a:p>
            <a:r>
              <a:rPr lang="ja-JP" altLang="en-US" sz="2800" dirty="0"/>
              <a:t>リザルト画面</a:t>
            </a:r>
            <a:endParaRPr kumimoji="1" lang="ja-JP" altLang="en-US" sz="2800" dirty="0"/>
          </a:p>
        </p:txBody>
      </p:sp>
      <p:sp>
        <p:nvSpPr>
          <p:cNvPr id="14" name="テキスト ボックス 13">
            <a:extLst>
              <a:ext uri="{FF2B5EF4-FFF2-40B4-BE49-F238E27FC236}">
                <a16:creationId xmlns:a16="http://schemas.microsoft.com/office/drawing/2014/main" id="{E3D9CC5F-0681-4445-8AC2-21D03BB08393}"/>
              </a:ext>
            </a:extLst>
          </p:cNvPr>
          <p:cNvSpPr txBox="1"/>
          <p:nvPr/>
        </p:nvSpPr>
        <p:spPr>
          <a:xfrm>
            <a:off x="5025858" y="521363"/>
            <a:ext cx="4880472" cy="954107"/>
          </a:xfrm>
          <a:prstGeom prst="rect">
            <a:avLst/>
          </a:prstGeom>
          <a:noFill/>
        </p:spPr>
        <p:txBody>
          <a:bodyPr wrap="square" rtlCol="0">
            <a:spAutoFit/>
          </a:bodyPr>
          <a:lstStyle/>
          <a:p>
            <a:r>
              <a:rPr lang="ja-JP" altLang="en-US" sz="2800" dirty="0"/>
              <a:t>背景で敵が基地に攻撃している映像を差し込みたい</a:t>
            </a:r>
            <a:endParaRPr kumimoji="1" lang="ja-JP" altLang="en-US" sz="2800" dirty="0"/>
          </a:p>
        </p:txBody>
      </p:sp>
      <p:sp>
        <p:nvSpPr>
          <p:cNvPr id="15" name="テキスト ボックス 14">
            <a:extLst>
              <a:ext uri="{FF2B5EF4-FFF2-40B4-BE49-F238E27FC236}">
                <a16:creationId xmlns:a16="http://schemas.microsoft.com/office/drawing/2014/main" id="{50780350-C234-4526-ABD8-9A981C18A3E8}"/>
              </a:ext>
            </a:extLst>
          </p:cNvPr>
          <p:cNvSpPr txBox="1"/>
          <p:nvPr/>
        </p:nvSpPr>
        <p:spPr>
          <a:xfrm>
            <a:off x="9906330" y="2832276"/>
            <a:ext cx="2330314" cy="3539430"/>
          </a:xfrm>
          <a:prstGeom prst="rect">
            <a:avLst/>
          </a:prstGeom>
          <a:noFill/>
        </p:spPr>
        <p:txBody>
          <a:bodyPr wrap="square" rtlCol="0">
            <a:spAutoFit/>
          </a:bodyPr>
          <a:lstStyle/>
          <a:p>
            <a:r>
              <a:rPr lang="ja-JP" altLang="en-US" sz="1600" dirty="0"/>
              <a:t>・基本スコア</a:t>
            </a:r>
            <a:endParaRPr kumimoji="1" lang="en-US" altLang="ja-JP" sz="1600" dirty="0"/>
          </a:p>
          <a:p>
            <a:r>
              <a:rPr kumimoji="1" lang="ja-JP" altLang="en-US" sz="1600" dirty="0"/>
              <a:t>・残り時間倍率</a:t>
            </a:r>
            <a:endParaRPr kumimoji="1" lang="en-US" altLang="ja-JP" sz="1600" dirty="0"/>
          </a:p>
          <a:p>
            <a:r>
              <a:rPr lang="ja-JP" altLang="en-US" sz="1600" dirty="0"/>
              <a:t>スキルの使用回数倍率</a:t>
            </a:r>
            <a:endParaRPr lang="en-US" altLang="ja-JP" sz="1600" dirty="0"/>
          </a:p>
          <a:p>
            <a:r>
              <a:rPr lang="ja-JP" altLang="en-US" sz="1600" dirty="0"/>
              <a:t>（少ないほど倍率が上がる）</a:t>
            </a:r>
            <a:endParaRPr lang="en-US" altLang="ja-JP" sz="1600" dirty="0"/>
          </a:p>
          <a:p>
            <a:r>
              <a:rPr lang="ja-JP" altLang="en-US" sz="1600" dirty="0"/>
              <a:t>・ボス討伐倍率</a:t>
            </a:r>
            <a:endParaRPr lang="en-US" altLang="ja-JP" sz="1600" dirty="0"/>
          </a:p>
          <a:p>
            <a:r>
              <a:rPr lang="ja-JP" altLang="en-US" sz="1600" dirty="0"/>
              <a:t>（討伐すると倍率）</a:t>
            </a:r>
            <a:endParaRPr lang="en-US" altLang="ja-JP" sz="1600" dirty="0"/>
          </a:p>
          <a:p>
            <a:r>
              <a:rPr lang="ja-JP" altLang="en-US" sz="1600" dirty="0"/>
              <a:t>・合計スコア</a:t>
            </a:r>
            <a:endParaRPr lang="en-US" altLang="ja-JP" sz="1600" dirty="0"/>
          </a:p>
          <a:p>
            <a:endParaRPr lang="en-US" altLang="ja-JP" sz="1600" dirty="0"/>
          </a:p>
          <a:p>
            <a:endParaRPr lang="en-US" altLang="ja-JP" sz="1600" dirty="0"/>
          </a:p>
          <a:p>
            <a:r>
              <a:rPr lang="ja-JP" altLang="en-US" sz="1600" dirty="0"/>
              <a:t>・倒した敵の数</a:t>
            </a:r>
            <a:endParaRPr lang="en-US" altLang="ja-JP" sz="1600" dirty="0"/>
          </a:p>
          <a:p>
            <a:r>
              <a:rPr lang="ja-JP" altLang="en-US" sz="1600" dirty="0"/>
              <a:t>・ダメージを食らった数</a:t>
            </a:r>
            <a:endParaRPr lang="en-US" altLang="ja-JP" sz="1600" dirty="0"/>
          </a:p>
          <a:p>
            <a:r>
              <a:rPr lang="ja-JP" altLang="en-US" sz="1600" dirty="0"/>
              <a:t>・スキルを使った数</a:t>
            </a:r>
            <a:endParaRPr lang="en-US" altLang="ja-JP" sz="1600" dirty="0"/>
          </a:p>
        </p:txBody>
      </p:sp>
    </p:spTree>
    <p:extLst>
      <p:ext uri="{BB962C8B-B14F-4D97-AF65-F5344CB8AC3E}">
        <p14:creationId xmlns:p14="http://schemas.microsoft.com/office/powerpoint/2010/main" val="110671299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32ABBD5-E270-486C-A0B4-A80197D8B34B}"/>
              </a:ext>
            </a:extLst>
          </p:cNvPr>
          <p:cNvSpPr>
            <a:spLocks noGrp="1"/>
          </p:cNvSpPr>
          <p:nvPr>
            <p:ph type="title"/>
          </p:nvPr>
        </p:nvSpPr>
        <p:spPr/>
        <p:txBody>
          <a:bodyPr/>
          <a:lstStyle/>
          <a:p>
            <a:r>
              <a:rPr kumimoji="1" lang="ja-JP" altLang="en-US" dirty="0"/>
              <a:t>全体的に必要なこと</a:t>
            </a:r>
          </a:p>
        </p:txBody>
      </p:sp>
      <p:sp>
        <p:nvSpPr>
          <p:cNvPr id="3" name="コンテンツ プレースホルダー 2">
            <a:extLst>
              <a:ext uri="{FF2B5EF4-FFF2-40B4-BE49-F238E27FC236}">
                <a16:creationId xmlns:a16="http://schemas.microsoft.com/office/drawing/2014/main" id="{DB6077E9-398C-4922-A6EF-CBFD1FC7D807}"/>
              </a:ext>
            </a:extLst>
          </p:cNvPr>
          <p:cNvSpPr>
            <a:spLocks noGrp="1"/>
          </p:cNvSpPr>
          <p:nvPr>
            <p:ph idx="1"/>
          </p:nvPr>
        </p:nvSpPr>
        <p:spPr/>
        <p:txBody>
          <a:bodyPr/>
          <a:lstStyle/>
          <a:p>
            <a:r>
              <a:rPr kumimoji="1" lang="ja-JP" altLang="en-US" dirty="0"/>
              <a:t>ボタン選択</a:t>
            </a:r>
            <a:r>
              <a:rPr kumimoji="1" lang="en-US" altLang="ja-JP" dirty="0"/>
              <a:t>SE</a:t>
            </a:r>
          </a:p>
          <a:p>
            <a:r>
              <a:rPr kumimoji="1" lang="ja-JP" altLang="en-US" dirty="0"/>
              <a:t>ボタン移動</a:t>
            </a:r>
            <a:r>
              <a:rPr kumimoji="1" lang="en-US" altLang="ja-JP" dirty="0"/>
              <a:t>SE</a:t>
            </a:r>
            <a:endParaRPr kumimoji="1" lang="ja-JP" altLang="en-US" dirty="0"/>
          </a:p>
        </p:txBody>
      </p:sp>
    </p:spTree>
    <p:extLst>
      <p:ext uri="{BB962C8B-B14F-4D97-AF65-F5344CB8AC3E}">
        <p14:creationId xmlns:p14="http://schemas.microsoft.com/office/powerpoint/2010/main" val="135909727"/>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7239</TotalTime>
  <Words>1506</Words>
  <Application>Microsoft Office PowerPoint</Application>
  <PresentationFormat>ワイド画面</PresentationFormat>
  <Paragraphs>340</Paragraphs>
  <Slides>38</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38</vt:i4>
      </vt:variant>
    </vt:vector>
  </HeadingPairs>
  <TitlesOfParts>
    <vt:vector size="42" baseType="lpstr">
      <vt:lpstr>游ゴシック</vt:lpstr>
      <vt:lpstr>游ゴシック Light</vt:lpstr>
      <vt:lpstr>Arial</vt:lpstr>
      <vt:lpstr>Office テーマ</vt:lpstr>
      <vt:lpstr>PowerPoint プレゼンテーション</vt:lpstr>
      <vt:lpstr>概要</vt:lpstr>
      <vt:lpstr>タイトル画面</vt:lpstr>
      <vt:lpstr>設定画面</vt:lpstr>
      <vt:lpstr>ゲーム開始（UI）</vt:lpstr>
      <vt:lpstr>ゲーム開始（ボス①）</vt:lpstr>
      <vt:lpstr>ゲーム開始（ボス②）</vt:lpstr>
      <vt:lpstr>ゲーム開始（アイテム）</vt:lpstr>
      <vt:lpstr>ゲーム開始（敵１）</vt:lpstr>
      <vt:lpstr>ゲーム開始（敵２）</vt:lpstr>
      <vt:lpstr>ゲーム開始（敵３）</vt:lpstr>
      <vt:lpstr>ゲーム開始（敵４）</vt:lpstr>
      <vt:lpstr>ゲーム開始（敵５）</vt:lpstr>
      <vt:lpstr>ゲーム開始（プレイヤー）</vt:lpstr>
      <vt:lpstr>ゲーム開始（スコア基本点）</vt:lpstr>
      <vt:lpstr>ゲーム開始（スコア倍率点）</vt:lpstr>
      <vt:lpstr>ゲーム開始（時空間移動）</vt:lpstr>
      <vt:lpstr>ゲームクリア</vt:lpstr>
      <vt:lpstr>ゲームオーバー</vt:lpstr>
      <vt:lpstr>詳細仕様書</vt:lpstr>
      <vt:lpstr>タイトル画面</vt:lpstr>
      <vt:lpstr>設定画面</vt:lpstr>
      <vt:lpstr>ゲーム画面（UI）</vt:lpstr>
      <vt:lpstr>ゲーム画面（ボス①）</vt:lpstr>
      <vt:lpstr>ゲーム画面（ボス②）</vt:lpstr>
      <vt:lpstr>ゲーム画面（アイテム）</vt:lpstr>
      <vt:lpstr>ゲーム開始（敵１）</vt:lpstr>
      <vt:lpstr>ゲーム開始（敵２）</vt:lpstr>
      <vt:lpstr>ゲーム開始（敵３）</vt:lpstr>
      <vt:lpstr>ゲーム開始（敵４）</vt:lpstr>
      <vt:lpstr>ゲーム開始（敵５）</vt:lpstr>
      <vt:lpstr>ゲーム開始（プレイヤー）</vt:lpstr>
      <vt:lpstr>ゲーム開始（スコア基本点）</vt:lpstr>
      <vt:lpstr>ゲーム開始（スコア倍率点）</vt:lpstr>
      <vt:lpstr>ゲーム開始（時空間移動）</vt:lpstr>
      <vt:lpstr>ゲームクリア</vt:lpstr>
      <vt:lpstr>ゲームオーバー</vt:lpstr>
      <vt:lpstr>全体的に必要なこと</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琥太郎</dc:creator>
  <cp:lastModifiedBy>琥太郎</cp:lastModifiedBy>
  <cp:revision>28</cp:revision>
  <dcterms:created xsi:type="dcterms:W3CDTF">2026-10-07T05:33:34Z</dcterms:created>
  <dcterms:modified xsi:type="dcterms:W3CDTF">2026-10-13T05:33:08Z</dcterms:modified>
</cp:coreProperties>
</file>